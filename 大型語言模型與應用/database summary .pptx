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sldIdLst>
    <p:sldId id="257" r:id="rId2"/>
    <p:sldId id="283" r:id="rId3"/>
    <p:sldId id="360" r:id="rId4"/>
    <p:sldId id="340" r:id="rId5"/>
    <p:sldId id="341" r:id="rId6"/>
    <p:sldId id="335" r:id="rId7"/>
    <p:sldId id="363" r:id="rId8"/>
    <p:sldId id="348" r:id="rId9"/>
    <p:sldId id="478" r:id="rId10"/>
    <p:sldId id="479" r:id="rId11"/>
    <p:sldId id="461" r:id="rId12"/>
    <p:sldId id="462" r:id="rId13"/>
    <p:sldId id="480" r:id="rId14"/>
    <p:sldId id="482" r:id="rId15"/>
    <p:sldId id="483" r:id="rId16"/>
    <p:sldId id="499" r:id="rId17"/>
    <p:sldId id="509" r:id="rId18"/>
    <p:sldId id="378" r:id="rId19"/>
    <p:sldId id="413" r:id="rId20"/>
    <p:sldId id="414" r:id="rId21"/>
    <p:sldId id="388" r:id="rId22"/>
    <p:sldId id="389" r:id="rId23"/>
    <p:sldId id="393" r:id="rId24"/>
    <p:sldId id="391" r:id="rId25"/>
    <p:sldId id="394" r:id="rId26"/>
    <p:sldId id="297" r:id="rId27"/>
    <p:sldId id="403" r:id="rId28"/>
    <p:sldId id="405" r:id="rId29"/>
    <p:sldId id="304" r:id="rId30"/>
    <p:sldId id="308" r:id="rId31"/>
    <p:sldId id="305" r:id="rId32"/>
    <p:sldId id="406" r:id="rId33"/>
    <p:sldId id="407" r:id="rId34"/>
    <p:sldId id="416" r:id="rId35"/>
    <p:sldId id="508" r:id="rId36"/>
    <p:sldId id="408" r:id="rId37"/>
    <p:sldId id="510" r:id="rId38"/>
    <p:sldId id="350" r:id="rId39"/>
    <p:sldId id="417" r:id="rId40"/>
    <p:sldId id="328" r:id="rId41"/>
    <p:sldId id="418" r:id="rId42"/>
    <p:sldId id="411" r:id="rId43"/>
    <p:sldId id="357" r:id="rId44"/>
    <p:sldId id="422" r:id="rId45"/>
    <p:sldId id="424" r:id="rId46"/>
  </p:sldIdLst>
  <p:sldSz cx="12192000" cy="6858000"/>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p:restoredTop sz="96405"/>
  </p:normalViewPr>
  <p:slideViewPr>
    <p:cSldViewPr snapToGrid="0" snapToObjects="1">
      <p:cViewPr varScale="1">
        <p:scale>
          <a:sx n="131" d="100"/>
          <a:sy n="131" d="100"/>
        </p:scale>
        <p:origin x="4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5779F-663F-6E47-900F-27C15BCEF464}" type="datetimeFigureOut">
              <a:rPr lang="en-TW" smtClean="0"/>
              <a:t>2025/4/16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DD837-2F15-FD4E-8108-083CA2B0ED59}" type="slidenum">
              <a:rPr lang="en-TW" smtClean="0"/>
              <a:t>‹#›</a:t>
            </a:fld>
            <a:endParaRPr/>
          </a:p>
        </p:txBody>
      </p:sp>
    </p:spTree>
    <p:extLst>
      <p:ext uri="{BB962C8B-B14F-4D97-AF65-F5344CB8AC3E}">
        <p14:creationId xmlns:p14="http://schemas.microsoft.com/office/powerpoint/2010/main" val="3970750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2D751A71-6F14-3462-6F12-4B1E322AC0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C9FA58F-231B-1C42-98B8-262876746E84}" type="slidenum">
              <a:rPr lang="en-CA" altLang="en-TW" sz="1200">
                <a:latin typeface="Tahoma" panose="020B0604030504040204" pitchFamily="34" charset="0"/>
              </a:rPr>
              <a:pPr/>
              <a:t>3</a:t>
            </a:fld>
            <a:endParaRPr lang="en-CA" altLang="en-TW" sz="1200">
              <a:latin typeface="Tahoma" panose="020B0604030504040204" pitchFamily="34" charset="0"/>
            </a:endParaRPr>
          </a:p>
        </p:txBody>
      </p:sp>
      <p:sp>
        <p:nvSpPr>
          <p:cNvPr id="28674" name="Rectangle 2">
            <a:extLst>
              <a:ext uri="{FF2B5EF4-FFF2-40B4-BE49-F238E27FC236}">
                <a16:creationId xmlns:a16="http://schemas.microsoft.com/office/drawing/2014/main" id="{C37B64A1-8856-3F33-F83F-68B4EA4FD89B}"/>
              </a:ext>
            </a:extLst>
          </p:cNvPr>
          <p:cNvSpPr>
            <a:spLocks noChangeArrowheads="1" noTextEdit="1"/>
          </p:cNvSpPr>
          <p:nvPr>
            <p:ph type="sldImg"/>
          </p:nvPr>
        </p:nvSpPr>
        <p:spPr>
          <a:ln/>
        </p:spPr>
      </p:sp>
      <p:sp>
        <p:nvSpPr>
          <p:cNvPr id="28675" name="Rectangle 3">
            <a:extLst>
              <a:ext uri="{FF2B5EF4-FFF2-40B4-BE49-F238E27FC236}">
                <a16:creationId xmlns:a16="http://schemas.microsoft.com/office/drawing/2014/main" id="{B8E7D2D9-85A3-8F3B-8E15-041C8CC4A4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TW">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E90F492-47A4-619D-EE7A-8C3D614B7A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F856BE67-07F6-8B4E-8897-191E76313954}" type="slidenum">
              <a:rPr lang="en-CA" altLang="en-TW" sz="1200">
                <a:latin typeface="Tahoma" panose="020B0604030504040204" pitchFamily="34" charset="0"/>
              </a:rPr>
              <a:pPr/>
              <a:t>4</a:t>
            </a:fld>
            <a:endParaRPr lang="en-CA" altLang="en-TW" sz="1200">
              <a:latin typeface="Tahoma" panose="020B0604030504040204" pitchFamily="34" charset="0"/>
            </a:endParaRPr>
          </a:p>
        </p:txBody>
      </p:sp>
      <p:sp>
        <p:nvSpPr>
          <p:cNvPr id="58370" name="Rectangle 1026">
            <a:extLst>
              <a:ext uri="{FF2B5EF4-FFF2-40B4-BE49-F238E27FC236}">
                <a16:creationId xmlns:a16="http://schemas.microsoft.com/office/drawing/2014/main" id="{0C752A47-379F-04D1-9617-36B45DCCC5F0}"/>
              </a:ext>
            </a:extLst>
          </p:cNvPr>
          <p:cNvSpPr>
            <a:spLocks noChangeArrowheads="1" noTextEdit="1"/>
          </p:cNvSpPr>
          <p:nvPr>
            <p:ph type="sldImg"/>
          </p:nvPr>
        </p:nvSpPr>
        <p:spPr>
          <a:ln/>
        </p:spPr>
      </p:sp>
      <p:sp>
        <p:nvSpPr>
          <p:cNvPr id="58371" name="Rectangle 1027">
            <a:extLst>
              <a:ext uri="{FF2B5EF4-FFF2-40B4-BE49-F238E27FC236}">
                <a16:creationId xmlns:a16="http://schemas.microsoft.com/office/drawing/2014/main" id="{C201A239-F769-A9A2-6F89-DB52C1D7E8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TW">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0D3082BA-C13C-9235-751A-03E0FB0E6C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76F1328-4055-534B-98DD-B0FE8027A364}" type="slidenum">
              <a:rPr lang="en-CA" altLang="en-TW" sz="1200">
                <a:latin typeface="Tahoma" panose="020B0604030504040204" pitchFamily="34" charset="0"/>
              </a:rPr>
              <a:pPr/>
              <a:t>5</a:t>
            </a:fld>
            <a:endParaRPr lang="en-CA" altLang="en-TW" sz="1200">
              <a:latin typeface="Tahoma" panose="020B0604030504040204" pitchFamily="34" charset="0"/>
            </a:endParaRPr>
          </a:p>
        </p:txBody>
      </p:sp>
      <p:sp>
        <p:nvSpPr>
          <p:cNvPr id="60418" name="Rectangle 2">
            <a:extLst>
              <a:ext uri="{FF2B5EF4-FFF2-40B4-BE49-F238E27FC236}">
                <a16:creationId xmlns:a16="http://schemas.microsoft.com/office/drawing/2014/main" id="{D5F79C24-2CFD-489E-0D75-970600F37F6C}"/>
              </a:ext>
            </a:extLst>
          </p:cNvPr>
          <p:cNvSpPr>
            <a:spLocks noChangeArrowheads="1" noTextEdit="1"/>
          </p:cNvSpPr>
          <p:nvPr>
            <p:ph type="sldImg"/>
          </p:nvPr>
        </p:nvSpPr>
        <p:spPr>
          <a:ln/>
        </p:spPr>
      </p:sp>
      <p:sp>
        <p:nvSpPr>
          <p:cNvPr id="60419" name="Rectangle 3">
            <a:extLst>
              <a:ext uri="{FF2B5EF4-FFF2-40B4-BE49-F238E27FC236}">
                <a16:creationId xmlns:a16="http://schemas.microsoft.com/office/drawing/2014/main" id="{CC8817E3-3E9D-F15D-E31A-A3305F7311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TW">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F48A94BD-4249-B02B-5F4E-B82C752B3C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60B4147-681C-4048-AE4D-CF274C0D18B7}" type="slidenum">
              <a:rPr lang="en-CA" altLang="en-TW" sz="1200">
                <a:latin typeface="Tahoma" panose="020B0604030504040204" pitchFamily="34" charset="0"/>
              </a:rPr>
              <a:pPr/>
              <a:t>6</a:t>
            </a:fld>
            <a:endParaRPr lang="en-CA" altLang="en-TW" sz="1200">
              <a:latin typeface="Tahoma" panose="020B0604030504040204" pitchFamily="34" charset="0"/>
            </a:endParaRPr>
          </a:p>
        </p:txBody>
      </p:sp>
      <p:sp>
        <p:nvSpPr>
          <p:cNvPr id="45058" name="Rectangle 1026">
            <a:extLst>
              <a:ext uri="{FF2B5EF4-FFF2-40B4-BE49-F238E27FC236}">
                <a16:creationId xmlns:a16="http://schemas.microsoft.com/office/drawing/2014/main" id="{1766105F-6874-4974-69CE-768B6691E798}"/>
              </a:ext>
            </a:extLst>
          </p:cNvPr>
          <p:cNvSpPr>
            <a:spLocks noChangeArrowheads="1" noTextEdit="1"/>
          </p:cNvSpPr>
          <p:nvPr>
            <p:ph type="sldImg"/>
          </p:nvPr>
        </p:nvSpPr>
        <p:spPr>
          <a:ln/>
        </p:spPr>
      </p:sp>
      <p:sp>
        <p:nvSpPr>
          <p:cNvPr id="45059" name="Rectangle 1027">
            <a:extLst>
              <a:ext uri="{FF2B5EF4-FFF2-40B4-BE49-F238E27FC236}">
                <a16:creationId xmlns:a16="http://schemas.microsoft.com/office/drawing/2014/main" id="{F58B3097-5337-F574-F48C-5E2DC8251E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TW">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21786AD5-0974-7C2D-B975-98D9A89E5B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AA17997-99CC-C54E-AC03-A9D9255FA315}" type="slidenum">
              <a:rPr lang="en-CA" altLang="en-TW" sz="1200">
                <a:latin typeface="Tahoma" panose="020B0604030504040204" pitchFamily="34" charset="0"/>
              </a:rPr>
              <a:pPr/>
              <a:t>7</a:t>
            </a:fld>
            <a:endParaRPr lang="en-CA" altLang="en-TW" sz="1200">
              <a:latin typeface="Tahoma" panose="020B0604030504040204" pitchFamily="34" charset="0"/>
            </a:endParaRPr>
          </a:p>
        </p:txBody>
      </p:sp>
      <p:sp>
        <p:nvSpPr>
          <p:cNvPr id="70658" name="Rectangle 2">
            <a:extLst>
              <a:ext uri="{FF2B5EF4-FFF2-40B4-BE49-F238E27FC236}">
                <a16:creationId xmlns:a16="http://schemas.microsoft.com/office/drawing/2014/main" id="{0F26B2AE-778A-32A6-E4D3-EB6F2C2588D7}"/>
              </a:ext>
            </a:extLst>
          </p:cNvPr>
          <p:cNvSpPr>
            <a:spLocks noChangeArrowheads="1" noTextEdit="1"/>
          </p:cNvSpPr>
          <p:nvPr>
            <p:ph type="sldImg"/>
          </p:nvPr>
        </p:nvSpPr>
        <p:spPr>
          <a:ln/>
        </p:spPr>
      </p:sp>
      <p:sp>
        <p:nvSpPr>
          <p:cNvPr id="70659" name="Rectangle 3">
            <a:extLst>
              <a:ext uri="{FF2B5EF4-FFF2-40B4-BE49-F238E27FC236}">
                <a16:creationId xmlns:a16="http://schemas.microsoft.com/office/drawing/2014/main" id="{715A194A-F50A-D8A2-8F30-3CEC7AAFF6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TW">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6A3ABF2D-1330-2BB5-9539-A422424EE6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23A9526-821C-CC4F-AFDE-99956B050369}" type="slidenum">
              <a:rPr lang="en-CA" altLang="en-TW" sz="1200">
                <a:latin typeface="Tahoma" panose="020B0604030504040204" pitchFamily="34" charset="0"/>
              </a:rPr>
              <a:pPr/>
              <a:t>8</a:t>
            </a:fld>
            <a:endParaRPr lang="en-CA" altLang="en-TW" sz="1200">
              <a:latin typeface="Tahoma" panose="020B0604030504040204" pitchFamily="34" charset="0"/>
            </a:endParaRPr>
          </a:p>
        </p:txBody>
      </p:sp>
      <p:sp>
        <p:nvSpPr>
          <p:cNvPr id="74754" name="Rectangle 2">
            <a:extLst>
              <a:ext uri="{FF2B5EF4-FFF2-40B4-BE49-F238E27FC236}">
                <a16:creationId xmlns:a16="http://schemas.microsoft.com/office/drawing/2014/main" id="{39F26E89-EB16-63A0-BC3F-D033A9061488}"/>
              </a:ext>
            </a:extLst>
          </p:cNvPr>
          <p:cNvSpPr>
            <a:spLocks noChangeArrowheads="1" noTextEdit="1"/>
          </p:cNvSpPr>
          <p:nvPr>
            <p:ph type="sldImg"/>
          </p:nvPr>
        </p:nvSpPr>
        <p:spPr>
          <a:ln/>
        </p:spPr>
      </p:sp>
      <p:sp>
        <p:nvSpPr>
          <p:cNvPr id="74755" name="Rectangle 3">
            <a:extLst>
              <a:ext uri="{FF2B5EF4-FFF2-40B4-BE49-F238E27FC236}">
                <a16:creationId xmlns:a16="http://schemas.microsoft.com/office/drawing/2014/main" id="{F6FE6B60-CA2F-2002-07BE-C97BB98AAA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TW">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661AE9C3-5928-5F9A-85D9-EBE4D35A873B}"/>
              </a:ext>
            </a:extLst>
          </p:cNvPr>
          <p:cNvSpPr>
            <a:spLocks noGrp="1" noRot="1" noChangeAspect="1" noTextEdit="1"/>
          </p:cNvSpPr>
          <p:nvPr>
            <p:ph type="sldImg"/>
          </p:nvPr>
        </p:nvSpPr>
        <p:spPr>
          <a:ln/>
        </p:spPr>
      </p:sp>
      <p:sp>
        <p:nvSpPr>
          <p:cNvPr id="9219" name="Notes Placeholder 2">
            <a:extLst>
              <a:ext uri="{FF2B5EF4-FFF2-40B4-BE49-F238E27FC236}">
                <a16:creationId xmlns:a16="http://schemas.microsoft.com/office/drawing/2014/main" id="{3F46D0CD-99F0-4B0F-4F59-27DFB8BB36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220" name="Slide Number Placeholder 3">
            <a:extLst>
              <a:ext uri="{FF2B5EF4-FFF2-40B4-BE49-F238E27FC236}">
                <a16:creationId xmlns:a16="http://schemas.microsoft.com/office/drawing/2014/main" id="{9F3F86CD-DFAE-D66A-225E-6C85C04CF2B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54D0322B-71F1-7249-BF6F-1665FD2C252B}" type="slidenum">
              <a:rPr lang="en-CA" altLang="en-US" sz="1200">
                <a:latin typeface="Tahoma" panose="020B0604030504040204" pitchFamily="34" charset="0"/>
              </a:rPr>
              <a:pPr/>
              <a:t>17</a:t>
            </a:fld>
            <a:endParaRPr lang="en-CA" altLang="en-US" sz="1200">
              <a:latin typeface="Tahoma" panose="020B060403050404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6941268F-B397-5FF6-2685-AC9E400122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4AF2BD52-6C27-9444-BBA8-740C67C119FB}" type="slidenum">
              <a:rPr lang="en-CA" altLang="en-US">
                <a:latin typeface="Tahoma" panose="020B0604030504040204" pitchFamily="34" charset="0"/>
              </a:rPr>
              <a:pPr>
                <a:spcBef>
                  <a:spcPct val="0"/>
                </a:spcBef>
              </a:pPr>
              <a:t>18</a:t>
            </a:fld>
            <a:endParaRPr lang="en-CA" altLang="en-US">
              <a:latin typeface="Tahoma" panose="020B0604030504040204" pitchFamily="34" charset="0"/>
            </a:endParaRPr>
          </a:p>
        </p:txBody>
      </p:sp>
      <p:sp>
        <p:nvSpPr>
          <p:cNvPr id="11267" name="Rectangle 2">
            <a:extLst>
              <a:ext uri="{FF2B5EF4-FFF2-40B4-BE49-F238E27FC236}">
                <a16:creationId xmlns:a16="http://schemas.microsoft.com/office/drawing/2014/main" id="{62584D6A-066A-CD32-7492-D276B6F4ED73}"/>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E7B15D7D-96ED-AA23-EF7C-B0F3413490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A2EFBEA-0F7C-7DED-3976-783CAAD6CEAB}"/>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9EDC7786-FA0F-4F21-F02E-9B7276643F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3FD96F10-4721-9E02-B321-BC7D5B6B48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FD1672F-E65B-8449-A984-14F15A85EBF1}" type="slidenum">
              <a:rPr lang="en-CA" altLang="en-US">
                <a:latin typeface="Tahoma" panose="020B0604030504040204" pitchFamily="34" charset="0"/>
              </a:rPr>
              <a:pPr>
                <a:spcBef>
                  <a:spcPct val="0"/>
                </a:spcBef>
              </a:pPr>
              <a:t>21</a:t>
            </a:fld>
            <a:endParaRPr lang="en-CA" altLang="en-US">
              <a:latin typeface="Tahoma" panose="020B0604030504040204" pitchFamily="34" charset="0"/>
            </a:endParaRPr>
          </a:p>
        </p:txBody>
      </p:sp>
      <p:sp>
        <p:nvSpPr>
          <p:cNvPr id="31747" name="Rectangle 2">
            <a:extLst>
              <a:ext uri="{FF2B5EF4-FFF2-40B4-BE49-F238E27FC236}">
                <a16:creationId xmlns:a16="http://schemas.microsoft.com/office/drawing/2014/main" id="{C283596F-A8EB-BD62-1F62-3A7A380BE235}"/>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84A7C7B5-C048-1A8A-A506-73F7D51516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2B6CA8FD-4855-34A0-414F-957A88F728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89613E27-5CE1-A14F-AEFB-9BB7B4C89958}" type="slidenum">
              <a:rPr lang="en-CA" altLang="en-US">
                <a:latin typeface="Tahoma" panose="020B0604030504040204" pitchFamily="34" charset="0"/>
              </a:rPr>
              <a:pPr>
                <a:spcBef>
                  <a:spcPct val="0"/>
                </a:spcBef>
              </a:pPr>
              <a:t>22</a:t>
            </a:fld>
            <a:endParaRPr lang="en-CA" altLang="en-US">
              <a:latin typeface="Tahoma" panose="020B0604030504040204" pitchFamily="34" charset="0"/>
            </a:endParaRPr>
          </a:p>
        </p:txBody>
      </p:sp>
      <p:sp>
        <p:nvSpPr>
          <p:cNvPr id="33795" name="Rectangle 2">
            <a:extLst>
              <a:ext uri="{FF2B5EF4-FFF2-40B4-BE49-F238E27FC236}">
                <a16:creationId xmlns:a16="http://schemas.microsoft.com/office/drawing/2014/main" id="{9AF0D111-BEB8-76AC-0D50-8770AEF39C46}"/>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F548EE21-C7BD-EA53-827F-472D742090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F274BDFC-7B58-2496-BB34-D74111BAE7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F380521-52BD-5C49-A809-4753CC4F448B}" type="slidenum">
              <a:rPr lang="en-CA" altLang="en-US">
                <a:latin typeface="Tahoma" panose="020B0604030504040204" pitchFamily="34" charset="0"/>
              </a:rPr>
              <a:pPr>
                <a:spcBef>
                  <a:spcPct val="0"/>
                </a:spcBef>
              </a:pPr>
              <a:t>23</a:t>
            </a:fld>
            <a:endParaRPr lang="en-CA" altLang="en-US">
              <a:latin typeface="Tahoma" panose="020B0604030504040204" pitchFamily="34" charset="0"/>
            </a:endParaRPr>
          </a:p>
        </p:txBody>
      </p:sp>
      <p:sp>
        <p:nvSpPr>
          <p:cNvPr id="45059" name="Rectangle 2">
            <a:extLst>
              <a:ext uri="{FF2B5EF4-FFF2-40B4-BE49-F238E27FC236}">
                <a16:creationId xmlns:a16="http://schemas.microsoft.com/office/drawing/2014/main" id="{4C760747-C419-BA68-58A9-F5FDCAC0CD91}"/>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2EE2F894-D638-1935-3CA6-B13444607F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66ACE480-7D21-6080-2E84-9980F698FD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340B1C53-B2C6-634B-9B64-D937FF591DF3}" type="slidenum">
              <a:rPr lang="en-CA" altLang="en-US">
                <a:latin typeface="Tahoma" panose="020B0604030504040204" pitchFamily="34" charset="0"/>
              </a:rPr>
              <a:pPr>
                <a:spcBef>
                  <a:spcPct val="0"/>
                </a:spcBef>
              </a:pPr>
              <a:t>24</a:t>
            </a:fld>
            <a:endParaRPr lang="en-CA" altLang="en-US">
              <a:latin typeface="Tahoma" panose="020B0604030504040204" pitchFamily="34" charset="0"/>
            </a:endParaRPr>
          </a:p>
        </p:txBody>
      </p:sp>
      <p:sp>
        <p:nvSpPr>
          <p:cNvPr id="38915" name="Rectangle 2">
            <a:extLst>
              <a:ext uri="{FF2B5EF4-FFF2-40B4-BE49-F238E27FC236}">
                <a16:creationId xmlns:a16="http://schemas.microsoft.com/office/drawing/2014/main" id="{9E282FCB-2B2E-9672-0394-5B4B29E7CD74}"/>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1D2E92F6-DFC4-576A-047A-33BCCB523B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1E67D2D2-D364-F014-12FA-ABF717ECA0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B6822F0-8416-1045-B42C-6762A4F7BD51}" type="slidenum">
              <a:rPr lang="en-CA" altLang="en-US">
                <a:latin typeface="Tahoma" panose="020B0604030504040204" pitchFamily="34" charset="0"/>
              </a:rPr>
              <a:pPr>
                <a:spcBef>
                  <a:spcPct val="0"/>
                </a:spcBef>
              </a:pPr>
              <a:t>25</a:t>
            </a:fld>
            <a:endParaRPr lang="en-CA" altLang="en-US">
              <a:latin typeface="Tahoma" panose="020B0604030504040204" pitchFamily="34" charset="0"/>
            </a:endParaRPr>
          </a:p>
        </p:txBody>
      </p:sp>
      <p:sp>
        <p:nvSpPr>
          <p:cNvPr id="47107" name="Rectangle 2">
            <a:extLst>
              <a:ext uri="{FF2B5EF4-FFF2-40B4-BE49-F238E27FC236}">
                <a16:creationId xmlns:a16="http://schemas.microsoft.com/office/drawing/2014/main" id="{1E315B6E-51FB-7170-3BE7-5AC4706CE46C}"/>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CC6927F3-96EF-2295-BFD8-A1B87F2921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8D87596C-EE31-DFCB-1675-7595DA9F3213}"/>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210F8F70-6B32-7ABD-1345-1968E47283A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8435" name="Slide Number Placeholder 3">
            <a:extLst>
              <a:ext uri="{FF2B5EF4-FFF2-40B4-BE49-F238E27FC236}">
                <a16:creationId xmlns:a16="http://schemas.microsoft.com/office/drawing/2014/main" id="{256F2DA7-E315-D575-AB89-DE2C4F6047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73044E9-804D-134C-9A0D-44FE5CCB065E}" type="slidenum">
              <a:rPr lang="en-CA" altLang="en-US" sz="1200">
                <a:latin typeface="Tahoma" panose="020B0604030504040204" pitchFamily="34" charset="0"/>
              </a:rPr>
              <a:pPr/>
              <a:t>26</a:t>
            </a:fld>
            <a:endParaRPr lang="en-CA" altLang="en-US" sz="1200">
              <a:latin typeface="Tahoma" panose="020B0604030504040204" pitchFamily="34" charset="0"/>
            </a:endParaRPr>
          </a:p>
        </p:txBody>
      </p:sp>
    </p:spTree>
    <p:extLst>
      <p:ext uri="{BB962C8B-B14F-4D97-AF65-F5344CB8AC3E}">
        <p14:creationId xmlns:p14="http://schemas.microsoft.com/office/powerpoint/2010/main" val="1107767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2688087A-A77F-272C-1E74-62804A6F4F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39825"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7025"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2638"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098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670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42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14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DE8D8C65-4A2F-F54E-8AC1-A737C983D79B}" type="slidenum">
              <a:rPr lang="en-US" altLang="en-US">
                <a:latin typeface="Helvetica" pitchFamily="2" charset="0"/>
              </a:rPr>
              <a:pPr eaLnBrk="0" hangingPunct="0">
                <a:spcBef>
                  <a:spcPct val="0"/>
                </a:spcBef>
              </a:pPr>
              <a:t>27</a:t>
            </a:fld>
            <a:endParaRPr lang="en-US" altLang="en-US">
              <a:latin typeface="Helvetica" pitchFamily="2" charset="0"/>
            </a:endParaRPr>
          </a:p>
        </p:txBody>
      </p:sp>
      <p:sp>
        <p:nvSpPr>
          <p:cNvPr id="30722" name="Rectangle 2">
            <a:extLst>
              <a:ext uri="{FF2B5EF4-FFF2-40B4-BE49-F238E27FC236}">
                <a16:creationId xmlns:a16="http://schemas.microsoft.com/office/drawing/2014/main" id="{390B005F-3F35-2E5D-0255-38B8B71BE81C}"/>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08575C60-5269-EF77-D026-5436B14690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25465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77A50FC2-8369-6604-E324-2E7B1E8118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14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86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58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30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02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74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46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81E9EBDA-CF3F-AD4C-81F7-B2D112043475}" type="slidenum">
              <a:rPr lang="en-US" altLang="en-US" sz="1300">
                <a:latin typeface="Times New Roman" panose="02020603050405020304" pitchFamily="18" charset="0"/>
              </a:rPr>
              <a:pPr eaLnBrk="0" hangingPunct="0">
                <a:spcBef>
                  <a:spcPct val="0"/>
                </a:spcBef>
              </a:pPr>
              <a:t>28</a:t>
            </a:fld>
            <a:endParaRPr lang="en-US" altLang="en-US" sz="1300">
              <a:latin typeface="Times New Roman" panose="02020603050405020304" pitchFamily="18" charset="0"/>
            </a:endParaRPr>
          </a:p>
        </p:txBody>
      </p:sp>
      <p:sp>
        <p:nvSpPr>
          <p:cNvPr id="35842" name="Rectangle 2">
            <a:extLst>
              <a:ext uri="{FF2B5EF4-FFF2-40B4-BE49-F238E27FC236}">
                <a16:creationId xmlns:a16="http://schemas.microsoft.com/office/drawing/2014/main" id="{29D4C170-7372-C449-A209-CD45B3ADB2DB}"/>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4D9F90CF-07B0-EB02-6344-D5B8C80D24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535304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21DA8A04-9BBB-3A35-7D77-42FB0E7868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0D81254-2A83-D64F-943F-2B9E5B82A5B6}" type="slidenum">
              <a:rPr lang="en-CA" altLang="en-US" sz="1200">
                <a:latin typeface="Tahoma" panose="020B0604030504040204" pitchFamily="34" charset="0"/>
              </a:rPr>
              <a:pPr/>
              <a:t>29</a:t>
            </a:fld>
            <a:endParaRPr lang="en-CA" altLang="en-US" sz="1200">
              <a:latin typeface="Tahoma" panose="020B0604030504040204" pitchFamily="34" charset="0"/>
            </a:endParaRPr>
          </a:p>
        </p:txBody>
      </p:sp>
      <p:sp>
        <p:nvSpPr>
          <p:cNvPr id="26626" name="Rectangle 2">
            <a:extLst>
              <a:ext uri="{FF2B5EF4-FFF2-40B4-BE49-F238E27FC236}">
                <a16:creationId xmlns:a16="http://schemas.microsoft.com/office/drawing/2014/main" id="{8D99CF5C-B96A-940E-4D83-C995B0A9C174}"/>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A0C881D-6EA8-724A-943A-DA3865E605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602819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8A1C445C-5656-07AE-C48A-BE1AD8FE83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64356190-CF08-F344-9E6E-2516A49B286D}" type="slidenum">
              <a:rPr lang="en-CA" altLang="en-US" sz="1200">
                <a:latin typeface="Tahoma" panose="020B0604030504040204" pitchFamily="34" charset="0"/>
              </a:rPr>
              <a:pPr/>
              <a:t>30</a:t>
            </a:fld>
            <a:endParaRPr lang="en-CA" altLang="en-US" sz="1200">
              <a:latin typeface="Tahoma" panose="020B0604030504040204" pitchFamily="34" charset="0"/>
            </a:endParaRPr>
          </a:p>
        </p:txBody>
      </p:sp>
      <p:sp>
        <p:nvSpPr>
          <p:cNvPr id="28674" name="Rectangle 2">
            <a:extLst>
              <a:ext uri="{FF2B5EF4-FFF2-40B4-BE49-F238E27FC236}">
                <a16:creationId xmlns:a16="http://schemas.microsoft.com/office/drawing/2014/main" id="{5EF07100-4BD8-A3C4-F4B0-3E981E97980E}"/>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879581F0-9DC6-926D-4CE6-9F60640872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38914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3B3403D8-EECE-AAFC-D2F8-A74C26C5A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2359F96-13F8-8C49-8DCA-644E9BF9A830}" type="slidenum">
              <a:rPr lang="en-CA" altLang="en-US" sz="1200">
                <a:latin typeface="Tahoma" panose="020B0604030504040204" pitchFamily="34" charset="0"/>
              </a:rPr>
              <a:pPr/>
              <a:t>31</a:t>
            </a:fld>
            <a:endParaRPr lang="en-CA" altLang="en-US" sz="1200">
              <a:latin typeface="Tahoma" panose="020B0604030504040204" pitchFamily="34" charset="0"/>
            </a:endParaRPr>
          </a:p>
        </p:txBody>
      </p:sp>
      <p:sp>
        <p:nvSpPr>
          <p:cNvPr id="37890" name="Rectangle 2">
            <a:extLst>
              <a:ext uri="{FF2B5EF4-FFF2-40B4-BE49-F238E27FC236}">
                <a16:creationId xmlns:a16="http://schemas.microsoft.com/office/drawing/2014/main" id="{2133B997-136F-560B-FD2E-99ADA3626A85}"/>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C167AB1F-14D7-51E5-3C76-A27C79A24A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4097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59788A5B-6FC2-1BE9-8BF8-A31801AF68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14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86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58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30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02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74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46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B53C82CE-9681-2A48-933B-92B9F7362843}" type="slidenum">
              <a:rPr lang="en-US" altLang="en-US" sz="1300">
                <a:latin typeface="Times New Roman" panose="02020603050405020304" pitchFamily="18" charset="0"/>
              </a:rPr>
              <a:pPr eaLnBrk="0" hangingPunct="0">
                <a:spcBef>
                  <a:spcPct val="0"/>
                </a:spcBef>
              </a:pPr>
              <a:t>32</a:t>
            </a:fld>
            <a:endParaRPr lang="en-US" altLang="en-US" sz="1300">
              <a:latin typeface="Times New Roman" panose="02020603050405020304" pitchFamily="18" charset="0"/>
            </a:endParaRPr>
          </a:p>
        </p:txBody>
      </p:sp>
      <p:sp>
        <p:nvSpPr>
          <p:cNvPr id="39938" name="Rectangle 2">
            <a:extLst>
              <a:ext uri="{FF2B5EF4-FFF2-40B4-BE49-F238E27FC236}">
                <a16:creationId xmlns:a16="http://schemas.microsoft.com/office/drawing/2014/main" id="{CBC14758-FC5B-40C2-02A0-EAB39139B4DA}"/>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E4F292F4-3FF6-F9D2-A4D6-23B32CA9FC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539013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1EE75CFA-44FA-8C38-2CA7-EA7B5266ED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14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86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58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30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02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74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46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0CD22440-3A69-354E-B8CA-AD909B235A3E}" type="slidenum">
              <a:rPr lang="en-US" altLang="en-US" sz="1300">
                <a:latin typeface="Times New Roman" panose="02020603050405020304" pitchFamily="18" charset="0"/>
              </a:rPr>
              <a:pPr eaLnBrk="0" hangingPunct="0">
                <a:spcBef>
                  <a:spcPct val="0"/>
                </a:spcBef>
              </a:pPr>
              <a:t>33</a:t>
            </a:fld>
            <a:endParaRPr lang="en-US" altLang="en-US" sz="1300">
              <a:latin typeface="Times New Roman" panose="02020603050405020304" pitchFamily="18" charset="0"/>
            </a:endParaRPr>
          </a:p>
        </p:txBody>
      </p:sp>
      <p:sp>
        <p:nvSpPr>
          <p:cNvPr id="41986" name="Rectangle 2">
            <a:extLst>
              <a:ext uri="{FF2B5EF4-FFF2-40B4-BE49-F238E27FC236}">
                <a16:creationId xmlns:a16="http://schemas.microsoft.com/office/drawing/2014/main" id="{5F4757C2-C2AD-9624-0E9C-86C0102B9F77}"/>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E6372E5F-AA36-D3BF-C040-C085E5AF63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613063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0BADCFA9-931F-D1C2-17CA-93F2671BE4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39825"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7025"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2638"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098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670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42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14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2A75A64B-0D65-9F4C-9D10-985A482AD7DB}" type="slidenum">
              <a:rPr lang="en-US" altLang="en-US">
                <a:latin typeface="Helvetica" pitchFamily="2" charset="0"/>
              </a:rPr>
              <a:pPr eaLnBrk="0" hangingPunct="0">
                <a:spcBef>
                  <a:spcPct val="0"/>
                </a:spcBef>
              </a:pPr>
              <a:t>34</a:t>
            </a:fld>
            <a:endParaRPr lang="en-US" altLang="en-US">
              <a:latin typeface="Helvetica" pitchFamily="2" charset="0"/>
            </a:endParaRPr>
          </a:p>
        </p:txBody>
      </p:sp>
      <p:sp>
        <p:nvSpPr>
          <p:cNvPr id="44034" name="Rectangle 2">
            <a:extLst>
              <a:ext uri="{FF2B5EF4-FFF2-40B4-BE49-F238E27FC236}">
                <a16:creationId xmlns:a16="http://schemas.microsoft.com/office/drawing/2014/main" id="{C64C9F49-A498-5089-53F2-78474F73E4C7}"/>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CB085F82-4232-688F-549D-DB81F0DB2C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779272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0BADCFA9-931F-D1C2-17CA-93F2671BE4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39825"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7025"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2638"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098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670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42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1438"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2A75A64B-0D65-9F4C-9D10-985A482AD7DB}" type="slidenum">
              <a:rPr lang="en-US" altLang="en-US">
                <a:latin typeface="Helvetica" pitchFamily="2" charset="0"/>
              </a:rPr>
              <a:pPr eaLnBrk="0" hangingPunct="0">
                <a:spcBef>
                  <a:spcPct val="0"/>
                </a:spcBef>
              </a:pPr>
              <a:t>35</a:t>
            </a:fld>
            <a:endParaRPr lang="en-US" altLang="en-US">
              <a:latin typeface="Helvetica" pitchFamily="2" charset="0"/>
            </a:endParaRPr>
          </a:p>
        </p:txBody>
      </p:sp>
      <p:sp>
        <p:nvSpPr>
          <p:cNvPr id="44034" name="Rectangle 2">
            <a:extLst>
              <a:ext uri="{FF2B5EF4-FFF2-40B4-BE49-F238E27FC236}">
                <a16:creationId xmlns:a16="http://schemas.microsoft.com/office/drawing/2014/main" id="{C64C9F49-A498-5089-53F2-78474F73E4C7}"/>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CB085F82-4232-688F-549D-DB81F0DB2C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960040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3E9A71D5-0AE6-7B80-650B-C0F723AB5D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14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86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58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30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02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74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46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A7092EC9-509C-BA49-91B9-002AB48B54DC}" type="slidenum">
              <a:rPr lang="en-US" altLang="en-US" sz="1300">
                <a:latin typeface="Times New Roman" panose="02020603050405020304" pitchFamily="18" charset="0"/>
              </a:rPr>
              <a:pPr eaLnBrk="0" hangingPunct="0">
                <a:spcBef>
                  <a:spcPct val="0"/>
                </a:spcBef>
              </a:pPr>
              <a:t>36</a:t>
            </a:fld>
            <a:endParaRPr lang="en-US" altLang="en-US" sz="1300">
              <a:latin typeface="Times New Roman" panose="02020603050405020304" pitchFamily="18" charset="0"/>
            </a:endParaRPr>
          </a:p>
        </p:txBody>
      </p:sp>
      <p:sp>
        <p:nvSpPr>
          <p:cNvPr id="46082" name="Rectangle 2">
            <a:extLst>
              <a:ext uri="{FF2B5EF4-FFF2-40B4-BE49-F238E27FC236}">
                <a16:creationId xmlns:a16="http://schemas.microsoft.com/office/drawing/2014/main" id="{06E32B8D-6F01-98BC-9ACB-18D6CE78A2FC}"/>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FB648E0B-ED12-05E4-C7BB-69BABD181C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836587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8A1C445C-5656-07AE-C48A-BE1AD8FE83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64356190-CF08-F344-9E6E-2516A49B286D}" type="slidenum">
              <a:rPr lang="en-CA" altLang="en-US" sz="1200">
                <a:latin typeface="Tahoma" panose="020B0604030504040204" pitchFamily="34" charset="0"/>
              </a:rPr>
              <a:pPr/>
              <a:t>37</a:t>
            </a:fld>
            <a:endParaRPr lang="en-CA" altLang="en-US" sz="1200">
              <a:latin typeface="Tahoma" panose="020B0604030504040204" pitchFamily="34" charset="0"/>
            </a:endParaRPr>
          </a:p>
        </p:txBody>
      </p:sp>
      <p:sp>
        <p:nvSpPr>
          <p:cNvPr id="28674" name="Rectangle 2">
            <a:extLst>
              <a:ext uri="{FF2B5EF4-FFF2-40B4-BE49-F238E27FC236}">
                <a16:creationId xmlns:a16="http://schemas.microsoft.com/office/drawing/2014/main" id="{5EF07100-4BD8-A3C4-F4B0-3E981E97980E}"/>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879581F0-9DC6-926D-4CE6-9F60640872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9271504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EB044328-2B17-815A-8D78-79B1EF549B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14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86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58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30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02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74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46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FD1DE605-DAB7-8E4C-B3B0-33ADFB81704E}" type="slidenum">
              <a:rPr lang="en-US" altLang="en-US" sz="1300">
                <a:latin typeface="Times New Roman" panose="02020603050405020304" pitchFamily="18" charset="0"/>
              </a:rPr>
              <a:pPr eaLnBrk="0" hangingPunct="0">
                <a:spcBef>
                  <a:spcPct val="0"/>
                </a:spcBef>
              </a:pPr>
              <a:t>38</a:t>
            </a:fld>
            <a:endParaRPr lang="en-US" altLang="en-US" sz="1300">
              <a:latin typeface="Times New Roman" panose="02020603050405020304" pitchFamily="18" charset="0"/>
            </a:endParaRPr>
          </a:p>
        </p:txBody>
      </p:sp>
      <p:sp>
        <p:nvSpPr>
          <p:cNvPr id="56322" name="Rectangle 2">
            <a:extLst>
              <a:ext uri="{FF2B5EF4-FFF2-40B4-BE49-F238E27FC236}">
                <a16:creationId xmlns:a16="http://schemas.microsoft.com/office/drawing/2014/main" id="{6CBAD51D-749C-989A-3DFF-1AC0DE8A20AA}"/>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48620A3E-1746-653D-47DD-227F4C2A83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806457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DA3DAAE1-D714-8E72-53B7-D7F9E5973F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0F6EC5C-13C1-5445-A7D2-B735DCEAAA1A}" type="slidenum">
              <a:rPr lang="en-CA" altLang="en-US" sz="1200">
                <a:latin typeface="Tahoma" panose="020B0604030504040204" pitchFamily="34" charset="0"/>
              </a:rPr>
              <a:pPr/>
              <a:t>40</a:t>
            </a:fld>
            <a:endParaRPr lang="en-CA" altLang="en-US" sz="1200">
              <a:latin typeface="Tahoma" panose="020B0604030504040204" pitchFamily="34" charset="0"/>
            </a:endParaRPr>
          </a:p>
        </p:txBody>
      </p:sp>
      <p:sp>
        <p:nvSpPr>
          <p:cNvPr id="61442" name="Rectangle 2">
            <a:extLst>
              <a:ext uri="{FF2B5EF4-FFF2-40B4-BE49-F238E27FC236}">
                <a16:creationId xmlns:a16="http://schemas.microsoft.com/office/drawing/2014/main" id="{BA73530F-C607-BCF6-4B19-7A315DF010CA}"/>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FDCAD7F3-F5EE-DC2D-5030-5F14099FA8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29340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5734B87-D6CE-662F-170E-B8741E0F24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spcBef>
                <a:spcPct val="30000"/>
              </a:spcBef>
              <a:defRPr>
                <a:solidFill>
                  <a:schemeClr val="tx1"/>
                </a:solidFill>
                <a:latin typeface="Arial" panose="020B0604020202020204" pitchFamily="34" charset="0"/>
                <a:ea typeface="ＭＳ Ｐゴシック" panose="020B0600070205080204" pitchFamily="34" charset="-128"/>
              </a:defRPr>
            </a:lvl1pPr>
            <a:lvl2pPr marL="741363" indent="-284163" defTabSz="928688">
              <a:spcBef>
                <a:spcPct val="30000"/>
              </a:spcBef>
              <a:defRPr sz="1600">
                <a:solidFill>
                  <a:schemeClr val="tx1"/>
                </a:solidFill>
                <a:latin typeface="Arial" panose="020B0604020202020204" pitchFamily="34" charset="0"/>
                <a:ea typeface="ＭＳ Ｐゴシック" panose="020B0600070205080204" pitchFamily="34" charset="-128"/>
              </a:defRPr>
            </a:lvl2pPr>
            <a:lvl3pPr marL="11414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3pPr>
            <a:lvl4pPr marL="15986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5813" indent="-227013" defTabSz="928688">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30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02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74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4613" indent="-227013" defTabSz="928688"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pPr>
            <a:fld id="{8D45AE6C-AF0C-3E48-B4BB-0F1F5433C539}" type="slidenum">
              <a:rPr lang="en-US" altLang="en-US" sz="1300">
                <a:latin typeface="Times New Roman" panose="02020603050405020304" pitchFamily="18" charset="0"/>
              </a:rPr>
              <a:pPr eaLnBrk="0" hangingPunct="0">
                <a:spcBef>
                  <a:spcPct val="0"/>
                </a:spcBef>
              </a:pPr>
              <a:t>42</a:t>
            </a:fld>
            <a:endParaRPr lang="en-US" altLang="en-US" sz="1300">
              <a:latin typeface="Times New Roman" panose="02020603050405020304" pitchFamily="18" charset="0"/>
            </a:endParaRPr>
          </a:p>
        </p:txBody>
      </p:sp>
      <p:sp>
        <p:nvSpPr>
          <p:cNvPr id="63490" name="Rectangle 2">
            <a:extLst>
              <a:ext uri="{FF2B5EF4-FFF2-40B4-BE49-F238E27FC236}">
                <a16:creationId xmlns:a16="http://schemas.microsoft.com/office/drawing/2014/main" id="{70AE18E8-0300-D065-2AE5-A48D140BD646}"/>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E3111625-7773-60AE-7195-3F8D14D7CF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4792268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1DB62EEB-7614-D22F-232E-C63EEA68A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4222170-F4C3-6749-BF37-F7E0AC943528}" type="slidenum">
              <a:rPr lang="en-CA" altLang="en-US" sz="1200">
                <a:latin typeface="Tahoma" panose="020B0604030504040204" pitchFamily="34" charset="0"/>
              </a:rPr>
              <a:pPr/>
              <a:t>43</a:t>
            </a:fld>
            <a:endParaRPr lang="en-CA" altLang="en-US" sz="1200">
              <a:latin typeface="Tahoma" panose="020B0604030504040204" pitchFamily="34" charset="0"/>
            </a:endParaRPr>
          </a:p>
        </p:txBody>
      </p:sp>
      <p:sp>
        <p:nvSpPr>
          <p:cNvPr id="76802" name="Rectangle 2">
            <a:extLst>
              <a:ext uri="{FF2B5EF4-FFF2-40B4-BE49-F238E27FC236}">
                <a16:creationId xmlns:a16="http://schemas.microsoft.com/office/drawing/2014/main" id="{B113D39E-505E-8295-5A83-C492E1A2860E}"/>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B98D48F9-512D-73FA-5411-B48032D94D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8659245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44">
            <a:extLst>
              <a:ext uri="{FF2B5EF4-FFF2-40B4-BE49-F238E27FC236}">
                <a16:creationId xmlns:a16="http://schemas.microsoft.com/office/drawing/2014/main" id="{73998C40-225C-B742-94D6-02220889FFC1}"/>
              </a:ext>
            </a:extLst>
          </p:cNvPr>
          <p:cNvSpPr>
            <a:spLocks noChangeArrowheads="1"/>
          </p:cNvSpPr>
          <p:nvPr/>
        </p:nvSpPr>
        <p:spPr bwMode="auto">
          <a:xfrm>
            <a:off x="11074400" y="0"/>
            <a:ext cx="812800" cy="6858000"/>
          </a:xfrm>
          <a:prstGeom prst="rect">
            <a:avLst/>
          </a:prstGeom>
          <a:gradFill rotWithShape="1">
            <a:gsLst>
              <a:gs pos="0">
                <a:srgbClr val="677228">
                  <a:alpha val="43999"/>
                </a:srgbClr>
              </a:gs>
              <a:gs pos="100000">
                <a:srgbClr val="5A6423"/>
              </a:gs>
            </a:gsLst>
            <a:lin ang="5400000" scaled="1"/>
          </a:gradFill>
          <a:ln>
            <a:noFill/>
          </a:ln>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TW" altLang="en-TW" sz="2400"/>
          </a:p>
        </p:txBody>
      </p:sp>
      <p:sp>
        <p:nvSpPr>
          <p:cNvPr id="5" name="Rectangle 47">
            <a:extLst>
              <a:ext uri="{FF2B5EF4-FFF2-40B4-BE49-F238E27FC236}">
                <a16:creationId xmlns:a16="http://schemas.microsoft.com/office/drawing/2014/main" id="{10AE355E-4177-0F4D-9FE9-ADC548A11427}"/>
              </a:ext>
            </a:extLst>
          </p:cNvPr>
          <p:cNvSpPr>
            <a:spLocks noChangeArrowheads="1"/>
          </p:cNvSpPr>
          <p:nvPr userDrawn="1"/>
        </p:nvSpPr>
        <p:spPr bwMode="auto">
          <a:xfrm rot="16200000">
            <a:off x="5024438" y="-2509837"/>
            <a:ext cx="2143125" cy="12192000"/>
          </a:xfrm>
          <a:prstGeom prst="rect">
            <a:avLst/>
          </a:prstGeom>
          <a:solidFill>
            <a:srgbClr val="677228">
              <a:alpha val="43921"/>
            </a:srgbClr>
          </a:solidFill>
          <a:ln>
            <a:noFill/>
          </a:ln>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TW" altLang="en-TW" sz="2400"/>
          </a:p>
        </p:txBody>
      </p:sp>
      <p:sp>
        <p:nvSpPr>
          <p:cNvPr id="6" name="Rectangle 48">
            <a:extLst>
              <a:ext uri="{FF2B5EF4-FFF2-40B4-BE49-F238E27FC236}">
                <a16:creationId xmlns:a16="http://schemas.microsoft.com/office/drawing/2014/main" id="{5C20F3DE-A519-FA46-BD7E-8215408BA898}"/>
              </a:ext>
            </a:extLst>
          </p:cNvPr>
          <p:cNvSpPr>
            <a:spLocks noChangeArrowheads="1"/>
          </p:cNvSpPr>
          <p:nvPr userDrawn="1"/>
        </p:nvSpPr>
        <p:spPr bwMode="auto">
          <a:xfrm>
            <a:off x="9753600" y="2438401"/>
            <a:ext cx="2438400" cy="2290763"/>
          </a:xfrm>
          <a:prstGeom prst="rect">
            <a:avLst/>
          </a:prstGeom>
          <a:solidFill>
            <a:schemeClr val="bg1"/>
          </a:solidFill>
          <a:ln>
            <a:noFill/>
          </a:ln>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TW" altLang="en-TW" sz="2400"/>
          </a:p>
        </p:txBody>
      </p:sp>
      <p:pic>
        <p:nvPicPr>
          <p:cNvPr id="7" name="Picture 35">
            <a:extLst>
              <a:ext uri="{FF2B5EF4-FFF2-40B4-BE49-F238E27FC236}">
                <a16:creationId xmlns:a16="http://schemas.microsoft.com/office/drawing/2014/main" id="{193ED283-795F-8240-BDE7-27D892367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1" y="5949950"/>
            <a:ext cx="912284"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6">
            <a:extLst>
              <a:ext uri="{FF2B5EF4-FFF2-40B4-BE49-F238E27FC236}">
                <a16:creationId xmlns:a16="http://schemas.microsoft.com/office/drawing/2014/main" id="{53B3D2FA-FBC7-AA4B-B034-D39804E6DA1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893301" y="2514601"/>
            <a:ext cx="22987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p:cNvSpPr>
            <a:spLocks noGrp="1" noChangeArrowheads="1"/>
          </p:cNvSpPr>
          <p:nvPr>
            <p:ph type="ctrTitle" sz="quarter"/>
          </p:nvPr>
        </p:nvSpPr>
        <p:spPr>
          <a:xfrm>
            <a:off x="304800" y="152400"/>
            <a:ext cx="9448800" cy="2286000"/>
          </a:xfrm>
        </p:spPr>
        <p:txBody>
          <a:bodyPr wrap="none" anchor="ctr"/>
          <a:lstStyle>
            <a:lvl1pPr>
              <a:defRPr sz="6600">
                <a:solidFill>
                  <a:srgbClr val="990033"/>
                </a:solidFill>
              </a:defRPr>
            </a:lvl1pPr>
          </a:lstStyle>
          <a:p>
            <a:pPr lvl="0"/>
            <a:r>
              <a:rPr lang="en-US" altLang="en-TW" noProof="0"/>
              <a:t>Click to edit Master title style</a:t>
            </a:r>
          </a:p>
        </p:txBody>
      </p:sp>
      <p:sp>
        <p:nvSpPr>
          <p:cNvPr id="4134" name="Rectangle 38"/>
          <p:cNvSpPr>
            <a:spLocks noGrp="1" noChangeArrowheads="1"/>
          </p:cNvSpPr>
          <p:nvPr>
            <p:ph type="subTitle" sz="quarter" idx="1"/>
          </p:nvPr>
        </p:nvSpPr>
        <p:spPr>
          <a:xfrm>
            <a:off x="406400" y="2590800"/>
            <a:ext cx="8839200" cy="1905000"/>
          </a:xfrm>
        </p:spPr>
        <p:txBody>
          <a:bodyPr/>
          <a:lstStyle>
            <a:lvl1pPr marL="0" indent="0">
              <a:buFont typeface="Wingdings" pitchFamily="2" charset="2"/>
              <a:buNone/>
              <a:defRPr sz="3200"/>
            </a:lvl1pPr>
          </a:lstStyle>
          <a:p>
            <a:pPr lvl="0"/>
            <a:r>
              <a:rPr lang="en-US" altLang="en-TW" noProof="0"/>
              <a:t>Click to edit Master subtitle style</a:t>
            </a:r>
          </a:p>
        </p:txBody>
      </p:sp>
      <p:sp>
        <p:nvSpPr>
          <p:cNvPr id="9" name="Rectangle 29">
            <a:extLst>
              <a:ext uri="{FF2B5EF4-FFF2-40B4-BE49-F238E27FC236}">
                <a16:creationId xmlns:a16="http://schemas.microsoft.com/office/drawing/2014/main" id="{71FB5801-AB02-3D4F-AD0C-FA1A7CFE698A}"/>
              </a:ext>
            </a:extLst>
          </p:cNvPr>
          <p:cNvSpPr>
            <a:spLocks noGrp="1" noChangeArrowheads="1"/>
          </p:cNvSpPr>
          <p:nvPr>
            <p:ph type="ftr" sz="quarter" idx="10"/>
          </p:nvPr>
        </p:nvSpPr>
        <p:spPr bwMode="auto">
          <a:xfrm>
            <a:off x="1117600" y="6397625"/>
            <a:ext cx="59944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900"/>
            </a:lvl1pPr>
          </a:lstStyle>
          <a:p>
            <a:pPr>
              <a:defRPr/>
            </a:pPr>
            <a:r>
              <a:rPr lang="en-US" altLang="en-TW"/>
              <a:t>Copyright © 2007 </a:t>
            </a:r>
            <a:r>
              <a:rPr lang="en-US" altLang="en-TW">
                <a:solidFill>
                  <a:srgbClr val="000000"/>
                </a:solidFill>
              </a:rPr>
              <a:t>Ramez Elmasri and Shamkant B. Navathe</a:t>
            </a:r>
          </a:p>
        </p:txBody>
      </p:sp>
    </p:spTree>
    <p:extLst>
      <p:ext uri="{BB962C8B-B14F-4D97-AF65-F5344CB8AC3E}">
        <p14:creationId xmlns:p14="http://schemas.microsoft.com/office/powerpoint/2010/main" val="94781996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Rectangle 13">
            <a:extLst>
              <a:ext uri="{FF2B5EF4-FFF2-40B4-BE49-F238E27FC236}">
                <a16:creationId xmlns:a16="http://schemas.microsoft.com/office/drawing/2014/main" id="{0958402A-A747-5149-B1AD-432D213BC98E}"/>
              </a:ext>
            </a:extLst>
          </p:cNvPr>
          <p:cNvSpPr>
            <a:spLocks noGrp="1" noChangeArrowheads="1"/>
          </p:cNvSpPr>
          <p:nvPr>
            <p:ph type="sldNum" sz="quarter" idx="10"/>
          </p:nvPr>
        </p:nvSpPr>
        <p:spPr>
          <a:ln/>
        </p:spPr>
        <p:txBody>
          <a:bodyPr/>
          <a:lstStyle>
            <a:lvl1pPr>
              <a:defRPr/>
            </a:lvl1pPr>
          </a:lstStyle>
          <a:p>
            <a:pPr>
              <a:defRPr/>
            </a:pPr>
            <a:r>
              <a:rPr lang="en-US" altLang="en-TW"/>
              <a:t>Slide 9- </a:t>
            </a:r>
            <a:fld id="{33BEABCF-794E-C44B-AE13-03F1F87D2987}" type="slidenum">
              <a:rPr lang="en-US" altLang="en-TW" smtClean="0"/>
              <a:pPr>
                <a:defRPr/>
              </a:pPr>
              <a:t>‹#›</a:t>
            </a:fld>
            <a:endParaRPr lang="en-CA" altLang="en-TW"/>
          </a:p>
        </p:txBody>
      </p:sp>
    </p:spTree>
    <p:extLst>
      <p:ext uri="{BB962C8B-B14F-4D97-AF65-F5344CB8AC3E}">
        <p14:creationId xmlns:p14="http://schemas.microsoft.com/office/powerpoint/2010/main" val="342752455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3">
            <a:extLst>
              <a:ext uri="{FF2B5EF4-FFF2-40B4-BE49-F238E27FC236}">
                <a16:creationId xmlns:a16="http://schemas.microsoft.com/office/drawing/2014/main" id="{B8F661B6-2B52-954A-B5B4-6AC55B6B78D1}"/>
              </a:ext>
            </a:extLst>
          </p:cNvPr>
          <p:cNvSpPr>
            <a:spLocks noGrp="1" noChangeArrowheads="1"/>
          </p:cNvSpPr>
          <p:nvPr>
            <p:ph type="sldNum" sz="quarter" idx="10"/>
          </p:nvPr>
        </p:nvSpPr>
        <p:spPr>
          <a:ln/>
        </p:spPr>
        <p:txBody>
          <a:bodyPr/>
          <a:lstStyle>
            <a:lvl1pPr>
              <a:defRPr/>
            </a:lvl1pPr>
          </a:lstStyle>
          <a:p>
            <a:pPr>
              <a:defRPr/>
            </a:pPr>
            <a:r>
              <a:rPr lang="en-US" altLang="en-TW"/>
              <a:t>Slide 9- </a:t>
            </a:r>
            <a:fld id="{BC719CFC-63CD-094E-B73F-21825316159C}" type="slidenum">
              <a:rPr lang="en-US" altLang="en-TW" smtClean="0"/>
              <a:pPr>
                <a:defRPr/>
              </a:pPr>
              <a:t>‹#›</a:t>
            </a:fld>
            <a:endParaRPr lang="en-CA" altLang="en-TW"/>
          </a:p>
        </p:txBody>
      </p:sp>
    </p:spTree>
    <p:extLst>
      <p:ext uri="{BB962C8B-B14F-4D97-AF65-F5344CB8AC3E}">
        <p14:creationId xmlns:p14="http://schemas.microsoft.com/office/powerpoint/2010/main" val="121766440"/>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319618" y="1600200"/>
            <a:ext cx="5427133"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5949952" y="1600200"/>
            <a:ext cx="5429249"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Rectangle 13">
            <a:extLst>
              <a:ext uri="{FF2B5EF4-FFF2-40B4-BE49-F238E27FC236}">
                <a16:creationId xmlns:a16="http://schemas.microsoft.com/office/drawing/2014/main" id="{E0034BDA-1CFD-8344-A1E9-1CDF5F8AFF9E}"/>
              </a:ext>
            </a:extLst>
          </p:cNvPr>
          <p:cNvSpPr>
            <a:spLocks noGrp="1" noChangeArrowheads="1"/>
          </p:cNvSpPr>
          <p:nvPr>
            <p:ph type="sldNum" sz="quarter" idx="10"/>
          </p:nvPr>
        </p:nvSpPr>
        <p:spPr>
          <a:ln/>
        </p:spPr>
        <p:txBody>
          <a:bodyPr/>
          <a:lstStyle>
            <a:lvl1pPr>
              <a:defRPr/>
            </a:lvl1pPr>
          </a:lstStyle>
          <a:p>
            <a:pPr>
              <a:defRPr/>
            </a:pPr>
            <a:r>
              <a:rPr lang="en-US" altLang="en-TW"/>
              <a:t>Slide 9- </a:t>
            </a:r>
            <a:fld id="{DF2BD199-4F54-A94C-8331-B6B29919CCC3}" type="slidenum">
              <a:rPr lang="en-US" altLang="en-TW" smtClean="0"/>
              <a:pPr>
                <a:defRPr/>
              </a:pPr>
              <a:t>‹#›</a:t>
            </a:fld>
            <a:endParaRPr lang="en-CA" altLang="en-TW"/>
          </a:p>
        </p:txBody>
      </p:sp>
    </p:spTree>
    <p:extLst>
      <p:ext uri="{BB962C8B-B14F-4D97-AF65-F5344CB8AC3E}">
        <p14:creationId xmlns:p14="http://schemas.microsoft.com/office/powerpoint/2010/main" val="184673599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Rectangle 13">
            <a:extLst>
              <a:ext uri="{FF2B5EF4-FFF2-40B4-BE49-F238E27FC236}">
                <a16:creationId xmlns:a16="http://schemas.microsoft.com/office/drawing/2014/main" id="{D5F79768-61B9-BE45-8BBF-0DF290FE125E}"/>
              </a:ext>
            </a:extLst>
          </p:cNvPr>
          <p:cNvSpPr>
            <a:spLocks noGrp="1" noChangeArrowheads="1"/>
          </p:cNvSpPr>
          <p:nvPr>
            <p:ph type="sldNum" sz="quarter" idx="10"/>
          </p:nvPr>
        </p:nvSpPr>
        <p:spPr>
          <a:ln/>
        </p:spPr>
        <p:txBody>
          <a:bodyPr/>
          <a:lstStyle>
            <a:lvl1pPr>
              <a:defRPr/>
            </a:lvl1pPr>
          </a:lstStyle>
          <a:p>
            <a:pPr>
              <a:defRPr/>
            </a:pPr>
            <a:r>
              <a:rPr lang="en-US" altLang="en-TW"/>
              <a:t>Slide 9- </a:t>
            </a:r>
            <a:fld id="{40DEF625-61BA-4D4B-A062-27EAF4CCC3A9}" type="slidenum">
              <a:rPr lang="en-US" altLang="en-TW" smtClean="0"/>
              <a:pPr>
                <a:defRPr/>
              </a:pPr>
              <a:t>‹#›</a:t>
            </a:fld>
            <a:endParaRPr lang="en-CA" altLang="en-TW"/>
          </a:p>
        </p:txBody>
      </p:sp>
    </p:spTree>
    <p:extLst>
      <p:ext uri="{BB962C8B-B14F-4D97-AF65-F5344CB8AC3E}">
        <p14:creationId xmlns:p14="http://schemas.microsoft.com/office/powerpoint/2010/main" val="320018991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Rectangle 13">
            <a:extLst>
              <a:ext uri="{FF2B5EF4-FFF2-40B4-BE49-F238E27FC236}">
                <a16:creationId xmlns:a16="http://schemas.microsoft.com/office/drawing/2014/main" id="{02FD1BFA-2540-1E4A-9540-1E0290593B91}"/>
              </a:ext>
            </a:extLst>
          </p:cNvPr>
          <p:cNvSpPr>
            <a:spLocks noGrp="1" noChangeArrowheads="1"/>
          </p:cNvSpPr>
          <p:nvPr>
            <p:ph type="sldNum" sz="quarter" idx="10"/>
          </p:nvPr>
        </p:nvSpPr>
        <p:spPr>
          <a:ln/>
        </p:spPr>
        <p:txBody>
          <a:bodyPr/>
          <a:lstStyle>
            <a:lvl1pPr>
              <a:defRPr/>
            </a:lvl1pPr>
          </a:lstStyle>
          <a:p>
            <a:pPr>
              <a:defRPr/>
            </a:pPr>
            <a:r>
              <a:rPr lang="en-US" altLang="en-TW"/>
              <a:t>Slide 9- </a:t>
            </a:r>
            <a:fld id="{F4AD7131-96BD-7049-8C58-C5922DBDD08D}" type="slidenum">
              <a:rPr lang="en-US" altLang="en-TW" smtClean="0"/>
              <a:pPr>
                <a:defRPr/>
              </a:pPr>
              <a:t>‹#›</a:t>
            </a:fld>
            <a:endParaRPr lang="en-CA" altLang="en-TW"/>
          </a:p>
        </p:txBody>
      </p:sp>
    </p:spTree>
    <p:extLst>
      <p:ext uri="{BB962C8B-B14F-4D97-AF65-F5344CB8AC3E}">
        <p14:creationId xmlns:p14="http://schemas.microsoft.com/office/powerpoint/2010/main" val="78157131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2DD6B9FC-7EAB-874E-8C19-ED8233E62696}"/>
              </a:ext>
            </a:extLst>
          </p:cNvPr>
          <p:cNvSpPr>
            <a:spLocks noGrp="1" noChangeArrowheads="1"/>
          </p:cNvSpPr>
          <p:nvPr>
            <p:ph type="sldNum" sz="quarter" idx="10"/>
          </p:nvPr>
        </p:nvSpPr>
        <p:spPr>
          <a:ln/>
        </p:spPr>
        <p:txBody>
          <a:bodyPr/>
          <a:lstStyle>
            <a:lvl1pPr>
              <a:defRPr/>
            </a:lvl1pPr>
          </a:lstStyle>
          <a:p>
            <a:pPr>
              <a:defRPr/>
            </a:pPr>
            <a:r>
              <a:rPr lang="en-US" altLang="en-TW"/>
              <a:t>Slide 9- </a:t>
            </a:r>
            <a:fld id="{2793DA92-5851-B141-B5CD-7D04590C63B6}" type="slidenum">
              <a:rPr lang="en-US" altLang="en-TW" smtClean="0"/>
              <a:pPr>
                <a:defRPr/>
              </a:pPr>
              <a:t>‹#›</a:t>
            </a:fld>
            <a:endParaRPr lang="en-CA" altLang="en-TW"/>
          </a:p>
        </p:txBody>
      </p:sp>
    </p:spTree>
    <p:extLst>
      <p:ext uri="{BB962C8B-B14F-4D97-AF65-F5344CB8AC3E}">
        <p14:creationId xmlns:p14="http://schemas.microsoft.com/office/powerpoint/2010/main" val="722201869"/>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3">
            <a:extLst>
              <a:ext uri="{FF2B5EF4-FFF2-40B4-BE49-F238E27FC236}">
                <a16:creationId xmlns:a16="http://schemas.microsoft.com/office/drawing/2014/main" id="{B263A4D7-3A98-544E-BF36-2DD8FC396701}"/>
              </a:ext>
            </a:extLst>
          </p:cNvPr>
          <p:cNvSpPr>
            <a:spLocks noGrp="1" noChangeArrowheads="1"/>
          </p:cNvSpPr>
          <p:nvPr>
            <p:ph type="sldNum" sz="quarter" idx="10"/>
          </p:nvPr>
        </p:nvSpPr>
        <p:spPr>
          <a:ln/>
        </p:spPr>
        <p:txBody>
          <a:bodyPr/>
          <a:lstStyle>
            <a:lvl1pPr>
              <a:defRPr/>
            </a:lvl1pPr>
          </a:lstStyle>
          <a:p>
            <a:pPr>
              <a:defRPr/>
            </a:pPr>
            <a:r>
              <a:rPr lang="en-US" altLang="en-TW"/>
              <a:t>Slide 9- </a:t>
            </a:r>
            <a:fld id="{A93523C1-06F7-2349-8F30-764DFA7FEEBD}" type="slidenum">
              <a:rPr lang="en-US" altLang="en-TW" smtClean="0"/>
              <a:pPr>
                <a:defRPr/>
              </a:pPr>
              <a:t>‹#›</a:t>
            </a:fld>
            <a:endParaRPr lang="en-CA" altLang="en-TW"/>
          </a:p>
        </p:txBody>
      </p:sp>
    </p:spTree>
    <p:extLst>
      <p:ext uri="{BB962C8B-B14F-4D97-AF65-F5344CB8AC3E}">
        <p14:creationId xmlns:p14="http://schemas.microsoft.com/office/powerpoint/2010/main" val="306091127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3">
            <a:extLst>
              <a:ext uri="{FF2B5EF4-FFF2-40B4-BE49-F238E27FC236}">
                <a16:creationId xmlns:a16="http://schemas.microsoft.com/office/drawing/2014/main" id="{9E174DB5-3CB4-9847-8A00-B88B57260453}"/>
              </a:ext>
            </a:extLst>
          </p:cNvPr>
          <p:cNvSpPr>
            <a:spLocks noGrp="1" noChangeArrowheads="1"/>
          </p:cNvSpPr>
          <p:nvPr>
            <p:ph type="sldNum" sz="quarter" idx="10"/>
          </p:nvPr>
        </p:nvSpPr>
        <p:spPr>
          <a:ln/>
        </p:spPr>
        <p:txBody>
          <a:bodyPr/>
          <a:lstStyle>
            <a:lvl1pPr>
              <a:defRPr/>
            </a:lvl1pPr>
          </a:lstStyle>
          <a:p>
            <a:pPr>
              <a:defRPr/>
            </a:pPr>
            <a:r>
              <a:rPr lang="en-US" altLang="en-TW"/>
              <a:t>Slide 9- </a:t>
            </a:r>
            <a:fld id="{FE471497-B802-D641-AC45-6C1C8D4B9596}" type="slidenum">
              <a:rPr lang="en-US" altLang="en-TW" smtClean="0"/>
              <a:pPr>
                <a:defRPr/>
              </a:pPr>
              <a:t>‹#›</a:t>
            </a:fld>
            <a:endParaRPr lang="en-CA" altLang="en-TW"/>
          </a:p>
        </p:txBody>
      </p:sp>
    </p:spTree>
    <p:extLst>
      <p:ext uri="{BB962C8B-B14F-4D97-AF65-F5344CB8AC3E}">
        <p14:creationId xmlns:p14="http://schemas.microsoft.com/office/powerpoint/2010/main" val="2290463481"/>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Rectangle 13">
            <a:extLst>
              <a:ext uri="{FF2B5EF4-FFF2-40B4-BE49-F238E27FC236}">
                <a16:creationId xmlns:a16="http://schemas.microsoft.com/office/drawing/2014/main" id="{FC390799-35CC-0D48-98F5-C01B64B34392}"/>
              </a:ext>
            </a:extLst>
          </p:cNvPr>
          <p:cNvSpPr>
            <a:spLocks noGrp="1" noChangeArrowheads="1"/>
          </p:cNvSpPr>
          <p:nvPr>
            <p:ph type="sldNum" sz="quarter" idx="10"/>
          </p:nvPr>
        </p:nvSpPr>
        <p:spPr>
          <a:ln/>
        </p:spPr>
        <p:txBody>
          <a:bodyPr/>
          <a:lstStyle>
            <a:lvl1pPr>
              <a:defRPr/>
            </a:lvl1pPr>
          </a:lstStyle>
          <a:p>
            <a:pPr>
              <a:defRPr/>
            </a:pPr>
            <a:r>
              <a:rPr lang="en-US" altLang="en-TW"/>
              <a:t>Slide 9- </a:t>
            </a:r>
            <a:fld id="{994354B1-7206-3449-9F81-D8AE634627DC}" type="slidenum">
              <a:rPr lang="en-US" altLang="en-TW" smtClean="0"/>
              <a:pPr>
                <a:defRPr/>
              </a:pPr>
              <a:t>‹#›</a:t>
            </a:fld>
            <a:endParaRPr lang="en-CA" altLang="en-TW"/>
          </a:p>
        </p:txBody>
      </p:sp>
    </p:spTree>
    <p:extLst>
      <p:ext uri="{BB962C8B-B14F-4D97-AF65-F5344CB8AC3E}">
        <p14:creationId xmlns:p14="http://schemas.microsoft.com/office/powerpoint/2010/main" val="238440509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0600" y="303214"/>
            <a:ext cx="2768600" cy="5868987"/>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04800" y="303214"/>
            <a:ext cx="8102600" cy="5868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Rectangle 13">
            <a:extLst>
              <a:ext uri="{FF2B5EF4-FFF2-40B4-BE49-F238E27FC236}">
                <a16:creationId xmlns:a16="http://schemas.microsoft.com/office/drawing/2014/main" id="{DC535F47-A247-CB41-8B35-953D521A5B23}"/>
              </a:ext>
            </a:extLst>
          </p:cNvPr>
          <p:cNvSpPr>
            <a:spLocks noGrp="1" noChangeArrowheads="1"/>
          </p:cNvSpPr>
          <p:nvPr>
            <p:ph type="sldNum" sz="quarter" idx="10"/>
          </p:nvPr>
        </p:nvSpPr>
        <p:spPr>
          <a:ln/>
        </p:spPr>
        <p:txBody>
          <a:bodyPr/>
          <a:lstStyle>
            <a:lvl1pPr>
              <a:defRPr/>
            </a:lvl1pPr>
          </a:lstStyle>
          <a:p>
            <a:pPr>
              <a:defRPr/>
            </a:pPr>
            <a:r>
              <a:rPr lang="en-US" altLang="en-TW"/>
              <a:t>Slide 9- </a:t>
            </a:r>
            <a:fld id="{1BABAF65-0E2A-9044-A0D5-C056F0A3550A}" type="slidenum">
              <a:rPr lang="en-US" altLang="en-TW" smtClean="0"/>
              <a:pPr>
                <a:defRPr/>
              </a:pPr>
              <a:t>‹#›</a:t>
            </a:fld>
            <a:endParaRPr lang="en-CA" altLang="en-TW"/>
          </a:p>
        </p:txBody>
      </p:sp>
    </p:spTree>
    <p:extLst>
      <p:ext uri="{BB962C8B-B14F-4D97-AF65-F5344CB8AC3E}">
        <p14:creationId xmlns:p14="http://schemas.microsoft.com/office/powerpoint/2010/main" val="257661930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45">
            <a:extLst>
              <a:ext uri="{FF2B5EF4-FFF2-40B4-BE49-F238E27FC236}">
                <a16:creationId xmlns:a16="http://schemas.microsoft.com/office/drawing/2014/main" id="{D181916F-451D-2446-8493-4F9128B3C112}"/>
              </a:ext>
            </a:extLst>
          </p:cNvPr>
          <p:cNvGrpSpPr>
            <a:grpSpLocks/>
          </p:cNvGrpSpPr>
          <p:nvPr userDrawn="1"/>
        </p:nvGrpSpPr>
        <p:grpSpPr bwMode="auto">
          <a:xfrm>
            <a:off x="11914717" y="1449388"/>
            <a:ext cx="277283" cy="5408612"/>
            <a:chOff x="5606" y="889"/>
            <a:chExt cx="154" cy="3431"/>
          </a:xfrm>
        </p:grpSpPr>
        <p:sp>
          <p:nvSpPr>
            <p:cNvPr id="1032" name="Rectangle 38">
              <a:extLst>
                <a:ext uri="{FF2B5EF4-FFF2-40B4-BE49-F238E27FC236}">
                  <a16:creationId xmlns:a16="http://schemas.microsoft.com/office/drawing/2014/main" id="{A72C30B0-9F4D-7D4E-AAAA-C88632D44A5F}"/>
                </a:ext>
              </a:extLst>
            </p:cNvPr>
            <p:cNvSpPr>
              <a:spLocks noChangeArrowheads="1"/>
            </p:cNvSpPr>
            <p:nvPr userDrawn="1"/>
          </p:nvSpPr>
          <p:spPr bwMode="gray">
            <a:xfrm flipH="1">
              <a:off x="5685" y="889"/>
              <a:ext cx="75" cy="3431"/>
            </a:xfrm>
            <a:prstGeom prst="rect">
              <a:avLst/>
            </a:prstGeom>
            <a:solidFill>
              <a:srgbClr val="677228"/>
            </a:solidFill>
            <a:ln>
              <a:noFill/>
            </a:ln>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TW" sz="3200">
                <a:latin typeface="Tahoma" panose="020B0604030504040204" pitchFamily="34" charset="0"/>
              </a:endParaRPr>
            </a:p>
          </p:txBody>
        </p:sp>
        <p:grpSp>
          <p:nvGrpSpPr>
            <p:cNvPr id="1033" name="Group 44">
              <a:extLst>
                <a:ext uri="{FF2B5EF4-FFF2-40B4-BE49-F238E27FC236}">
                  <a16:creationId xmlns:a16="http://schemas.microsoft.com/office/drawing/2014/main" id="{AA410FB8-1B80-9E43-8779-5FA025982533}"/>
                </a:ext>
              </a:extLst>
            </p:cNvPr>
            <p:cNvGrpSpPr>
              <a:grpSpLocks/>
            </p:cNvGrpSpPr>
            <p:nvPr userDrawn="1"/>
          </p:nvGrpSpPr>
          <p:grpSpPr bwMode="auto">
            <a:xfrm>
              <a:off x="5606" y="889"/>
              <a:ext cx="106" cy="3431"/>
              <a:chOff x="5606" y="889"/>
              <a:chExt cx="106" cy="3431"/>
            </a:xfrm>
          </p:grpSpPr>
          <p:sp>
            <p:nvSpPr>
              <p:cNvPr id="1034" name="Rectangle 43">
                <a:extLst>
                  <a:ext uri="{FF2B5EF4-FFF2-40B4-BE49-F238E27FC236}">
                    <a16:creationId xmlns:a16="http://schemas.microsoft.com/office/drawing/2014/main" id="{860CCB83-DCBC-0640-A2FD-03F3B4CF6347}"/>
                  </a:ext>
                </a:extLst>
              </p:cNvPr>
              <p:cNvSpPr>
                <a:spLocks noChangeArrowheads="1"/>
              </p:cNvSpPr>
              <p:nvPr userDrawn="1"/>
            </p:nvSpPr>
            <p:spPr bwMode="gray">
              <a:xfrm rot="10800000" flipH="1">
                <a:off x="5606" y="889"/>
                <a:ext cx="58" cy="3431"/>
              </a:xfrm>
              <a:prstGeom prst="rect">
                <a:avLst/>
              </a:prstGeom>
              <a:solidFill>
                <a:schemeClr val="tx2"/>
              </a:solidFill>
              <a:ln>
                <a:noFill/>
              </a:ln>
              <a:effec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TW" sz="3200">
                  <a:latin typeface="Tahoma" panose="020B0604030504040204" pitchFamily="34" charset="0"/>
                </a:endParaRPr>
              </a:p>
            </p:txBody>
          </p:sp>
          <p:sp>
            <p:nvSpPr>
              <p:cNvPr id="1035" name="Rectangle 32">
                <a:extLst>
                  <a:ext uri="{FF2B5EF4-FFF2-40B4-BE49-F238E27FC236}">
                    <a16:creationId xmlns:a16="http://schemas.microsoft.com/office/drawing/2014/main" id="{70649994-3A6B-554A-94A3-CA9D864CD713}"/>
                  </a:ext>
                </a:extLst>
              </p:cNvPr>
              <p:cNvSpPr>
                <a:spLocks noChangeArrowheads="1"/>
              </p:cNvSpPr>
              <p:nvPr userDrawn="1"/>
            </p:nvSpPr>
            <p:spPr bwMode="gray">
              <a:xfrm rot="10800000" flipH="1">
                <a:off x="5654" y="889"/>
                <a:ext cx="58" cy="3431"/>
              </a:xfrm>
              <a:prstGeom prst="rect">
                <a:avLst/>
              </a:prstGeom>
              <a:solidFill>
                <a:srgbClr val="990033"/>
              </a:solidFill>
              <a:ln>
                <a:noFill/>
              </a:ln>
              <a:effec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TW" sz="3200">
                  <a:latin typeface="Tahoma" panose="020B0604030504040204" pitchFamily="34" charset="0"/>
                </a:endParaRPr>
              </a:p>
            </p:txBody>
          </p:sp>
        </p:grpSp>
      </p:grpSp>
      <p:sp>
        <p:nvSpPr>
          <p:cNvPr id="1027" name="Rectangle 37">
            <a:extLst>
              <a:ext uri="{FF2B5EF4-FFF2-40B4-BE49-F238E27FC236}">
                <a16:creationId xmlns:a16="http://schemas.microsoft.com/office/drawing/2014/main" id="{75C93F1C-0D0B-0148-9FE2-F2DB218FCB69}"/>
              </a:ext>
            </a:extLst>
          </p:cNvPr>
          <p:cNvSpPr>
            <a:spLocks noChangeArrowheads="1"/>
          </p:cNvSpPr>
          <p:nvPr userDrawn="1"/>
        </p:nvSpPr>
        <p:spPr bwMode="gray">
          <a:xfrm rot="16200000">
            <a:off x="5369190" y="-5369190"/>
            <a:ext cx="1449388" cy="12187767"/>
          </a:xfrm>
          <a:prstGeom prst="rect">
            <a:avLst/>
          </a:prstGeom>
          <a:solidFill>
            <a:srgbClr val="677228">
              <a:alpha val="36078"/>
            </a:srgbClr>
          </a:solidFill>
          <a:ln>
            <a:noFill/>
          </a:ln>
          <a:effectLst/>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TW" sz="3200">
              <a:latin typeface="Tahoma" panose="020B0604030504040204" pitchFamily="34" charset="0"/>
            </a:endParaRPr>
          </a:p>
        </p:txBody>
      </p:sp>
      <p:sp>
        <p:nvSpPr>
          <p:cNvPr id="1028" name="Rectangle 9">
            <a:extLst>
              <a:ext uri="{FF2B5EF4-FFF2-40B4-BE49-F238E27FC236}">
                <a16:creationId xmlns:a16="http://schemas.microsoft.com/office/drawing/2014/main" id="{7A7E930F-DD9C-6E4F-840E-4425F09F44A7}"/>
              </a:ext>
            </a:extLst>
          </p:cNvPr>
          <p:cNvSpPr>
            <a:spLocks noGrp="1" noChangeArrowheads="1"/>
          </p:cNvSpPr>
          <p:nvPr>
            <p:ph type="title"/>
          </p:nvPr>
        </p:nvSpPr>
        <p:spPr bwMode="auto">
          <a:xfrm>
            <a:off x="304801" y="303214"/>
            <a:ext cx="10394951"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TW"/>
              <a:t>Click to edit Master title style</a:t>
            </a:r>
          </a:p>
        </p:txBody>
      </p:sp>
      <p:sp>
        <p:nvSpPr>
          <p:cNvPr id="3085" name="Rectangle 13">
            <a:extLst>
              <a:ext uri="{FF2B5EF4-FFF2-40B4-BE49-F238E27FC236}">
                <a16:creationId xmlns:a16="http://schemas.microsoft.com/office/drawing/2014/main" id="{51883BA5-732D-0344-B332-ED336B447D3B}"/>
              </a:ext>
            </a:extLst>
          </p:cNvPr>
          <p:cNvSpPr>
            <a:spLocks noGrp="1" noChangeArrowheads="1"/>
          </p:cNvSpPr>
          <p:nvPr>
            <p:ph type="sldNum" sz="quarter" idx="4"/>
          </p:nvPr>
        </p:nvSpPr>
        <p:spPr bwMode="auto">
          <a:xfrm>
            <a:off x="9245600" y="6400800"/>
            <a:ext cx="2540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b="1">
                <a:solidFill>
                  <a:srgbClr val="990033"/>
                </a:solidFill>
              </a:defRPr>
            </a:lvl1pPr>
          </a:lstStyle>
          <a:p>
            <a:pPr>
              <a:defRPr/>
            </a:pPr>
            <a:r>
              <a:rPr lang="en-US" altLang="en-TW"/>
              <a:t>Slide 9- </a:t>
            </a:r>
            <a:fld id="{020096B7-0484-4541-B6F3-C9DDF6EA4AE0}" type="slidenum">
              <a:rPr lang="en-US" altLang="en-TW" smtClean="0"/>
              <a:pPr>
                <a:defRPr/>
              </a:pPr>
              <a:t>‹#›</a:t>
            </a:fld>
            <a:endParaRPr lang="en-CA" altLang="en-TW"/>
          </a:p>
        </p:txBody>
      </p:sp>
      <p:sp>
        <p:nvSpPr>
          <p:cNvPr id="1030" name="Rectangle 21">
            <a:extLst>
              <a:ext uri="{FF2B5EF4-FFF2-40B4-BE49-F238E27FC236}">
                <a16:creationId xmlns:a16="http://schemas.microsoft.com/office/drawing/2014/main" id="{6B2D4C92-AF41-0C45-B6DF-B18C7CFBAD54}"/>
              </a:ext>
            </a:extLst>
          </p:cNvPr>
          <p:cNvSpPr>
            <a:spLocks noGrp="1" noChangeArrowheads="1"/>
          </p:cNvSpPr>
          <p:nvPr>
            <p:ph type="body" idx="1"/>
          </p:nvPr>
        </p:nvSpPr>
        <p:spPr bwMode="auto">
          <a:xfrm>
            <a:off x="319618" y="1600200"/>
            <a:ext cx="11059583"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p>
            <a:pPr lvl="0"/>
            <a:r>
              <a:rPr lang="en-US" altLang="en-TW"/>
              <a:t>Click to edit Master text styles</a:t>
            </a:r>
          </a:p>
          <a:p>
            <a:pPr lvl="1"/>
            <a:r>
              <a:rPr lang="en-US" altLang="en-TW"/>
              <a:t>Second level</a:t>
            </a:r>
          </a:p>
          <a:p>
            <a:pPr lvl="2"/>
            <a:r>
              <a:rPr lang="en-US" altLang="en-TW"/>
              <a:t>Third level</a:t>
            </a:r>
          </a:p>
          <a:p>
            <a:pPr lvl="3"/>
            <a:r>
              <a:rPr lang="en-US" altLang="en-TW"/>
              <a:t>Fourth level</a:t>
            </a:r>
          </a:p>
          <a:p>
            <a:pPr lvl="4"/>
            <a:r>
              <a:rPr lang="en-US" altLang="en-TW"/>
              <a:t>Fifth level</a:t>
            </a:r>
          </a:p>
        </p:txBody>
      </p:sp>
      <p:sp>
        <p:nvSpPr>
          <p:cNvPr id="1031" name="Rectangle 30">
            <a:extLst>
              <a:ext uri="{FF2B5EF4-FFF2-40B4-BE49-F238E27FC236}">
                <a16:creationId xmlns:a16="http://schemas.microsoft.com/office/drawing/2014/main" id="{50CCDA79-C24D-AD44-9F72-880D44BA3F7D}"/>
              </a:ext>
            </a:extLst>
          </p:cNvPr>
          <p:cNvSpPr>
            <a:spLocks noChangeArrowheads="1"/>
          </p:cNvSpPr>
          <p:nvPr/>
        </p:nvSpPr>
        <p:spPr bwMode="auto">
          <a:xfrm>
            <a:off x="1117600" y="6397625"/>
            <a:ext cx="5994400" cy="457200"/>
          </a:xfrm>
          <a:prstGeom prst="rect">
            <a:avLst/>
          </a:prstGeom>
          <a:noFill/>
          <a:ln>
            <a:noFill/>
          </a:ln>
          <a:effectLst/>
        </p:spPr>
        <p:txBody>
          <a:bodyPr anchor="b"/>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r>
              <a:rPr lang="en-US" altLang="en-TW" sz="900"/>
              <a:t>Copyright © 2007 </a:t>
            </a:r>
            <a:r>
              <a:rPr lang="en-US" altLang="en-TW" sz="900">
                <a:solidFill>
                  <a:srgbClr val="000000"/>
                </a:solidFill>
              </a:rPr>
              <a:t>Ramez Elmasri and Shamkant B. Navathe</a:t>
            </a:r>
          </a:p>
        </p:txBody>
      </p:sp>
    </p:spTree>
    <p:extLst>
      <p:ext uri="{BB962C8B-B14F-4D97-AF65-F5344CB8AC3E}">
        <p14:creationId xmlns:p14="http://schemas.microsoft.com/office/powerpoint/2010/main" val="35469659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hf hdr="0" ftr="0" dt="0"/>
  <p:txStyles>
    <p:titleStyle>
      <a:lvl1pPr algn="l" rtl="0" eaLnBrk="0" fontAlgn="base" hangingPunct="0">
        <a:spcBef>
          <a:spcPct val="0"/>
        </a:spcBef>
        <a:spcAft>
          <a:spcPct val="0"/>
        </a:spcAft>
        <a:defRPr sz="3600" kern="1200">
          <a:solidFill>
            <a:srgbClr val="800000"/>
          </a:solidFill>
          <a:latin typeface="+mj-lt"/>
          <a:ea typeface="+mj-ea"/>
          <a:cs typeface="+mj-cs"/>
        </a:defRPr>
      </a:lvl1pPr>
      <a:lvl2pPr algn="l" rtl="0" eaLnBrk="0" fontAlgn="base" hangingPunct="0">
        <a:spcBef>
          <a:spcPct val="0"/>
        </a:spcBef>
        <a:spcAft>
          <a:spcPct val="0"/>
        </a:spcAft>
        <a:defRPr sz="3600">
          <a:solidFill>
            <a:srgbClr val="800000"/>
          </a:solidFill>
          <a:latin typeface="Arial" panose="020B0604020202020204" pitchFamily="34" charset="0"/>
        </a:defRPr>
      </a:lvl2pPr>
      <a:lvl3pPr algn="l" rtl="0" eaLnBrk="0" fontAlgn="base" hangingPunct="0">
        <a:spcBef>
          <a:spcPct val="0"/>
        </a:spcBef>
        <a:spcAft>
          <a:spcPct val="0"/>
        </a:spcAft>
        <a:defRPr sz="3600">
          <a:solidFill>
            <a:srgbClr val="800000"/>
          </a:solidFill>
          <a:latin typeface="Arial" panose="020B0604020202020204" pitchFamily="34" charset="0"/>
        </a:defRPr>
      </a:lvl3pPr>
      <a:lvl4pPr algn="l" rtl="0" eaLnBrk="0" fontAlgn="base" hangingPunct="0">
        <a:spcBef>
          <a:spcPct val="0"/>
        </a:spcBef>
        <a:spcAft>
          <a:spcPct val="0"/>
        </a:spcAft>
        <a:defRPr sz="3600">
          <a:solidFill>
            <a:srgbClr val="800000"/>
          </a:solidFill>
          <a:latin typeface="Arial" panose="020B0604020202020204" pitchFamily="34" charset="0"/>
        </a:defRPr>
      </a:lvl4pPr>
      <a:lvl5pPr algn="l" rtl="0" eaLnBrk="0" fontAlgn="base" hangingPunct="0">
        <a:spcBef>
          <a:spcPct val="0"/>
        </a:spcBef>
        <a:spcAft>
          <a:spcPct val="0"/>
        </a:spcAft>
        <a:defRPr sz="3600">
          <a:solidFill>
            <a:srgbClr val="800000"/>
          </a:solidFill>
          <a:latin typeface="Arial" panose="020B0604020202020204" pitchFamily="34" charset="0"/>
        </a:defRPr>
      </a:lvl5pPr>
      <a:lvl6pPr marL="457200" algn="l" rtl="0" fontAlgn="base">
        <a:spcBef>
          <a:spcPct val="0"/>
        </a:spcBef>
        <a:spcAft>
          <a:spcPct val="0"/>
        </a:spcAft>
        <a:defRPr sz="3600">
          <a:solidFill>
            <a:srgbClr val="800000"/>
          </a:solidFill>
          <a:latin typeface="Arial" panose="020B0604020202020204" pitchFamily="34" charset="0"/>
        </a:defRPr>
      </a:lvl6pPr>
      <a:lvl7pPr marL="914400" algn="l" rtl="0" fontAlgn="base">
        <a:spcBef>
          <a:spcPct val="0"/>
        </a:spcBef>
        <a:spcAft>
          <a:spcPct val="0"/>
        </a:spcAft>
        <a:defRPr sz="3600">
          <a:solidFill>
            <a:srgbClr val="800000"/>
          </a:solidFill>
          <a:latin typeface="Arial" panose="020B0604020202020204" pitchFamily="34" charset="0"/>
        </a:defRPr>
      </a:lvl7pPr>
      <a:lvl8pPr marL="1371600" algn="l" rtl="0" fontAlgn="base">
        <a:spcBef>
          <a:spcPct val="0"/>
        </a:spcBef>
        <a:spcAft>
          <a:spcPct val="0"/>
        </a:spcAft>
        <a:defRPr sz="3600">
          <a:solidFill>
            <a:srgbClr val="800000"/>
          </a:solidFill>
          <a:latin typeface="Arial" panose="020B0604020202020204" pitchFamily="34" charset="0"/>
        </a:defRPr>
      </a:lvl8pPr>
      <a:lvl9pPr marL="1828800" algn="l" rtl="0" fontAlgn="base">
        <a:spcBef>
          <a:spcPct val="0"/>
        </a:spcBef>
        <a:spcAft>
          <a:spcPct val="0"/>
        </a:spcAft>
        <a:defRPr sz="3600">
          <a:solidFill>
            <a:srgbClr val="8000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33"/>
        </a:buClr>
        <a:buSzPct val="60000"/>
        <a:buFont typeface="Wingdings" pitchFamily="2" charset="2"/>
        <a:buChar char="n"/>
        <a:defRPr sz="28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SzPct val="55000"/>
        <a:buFont typeface="Wingdings" pitchFamily="2" charset="2"/>
        <a:buChar char="n"/>
        <a:defRPr sz="2600" kern="1200">
          <a:solidFill>
            <a:srgbClr val="800000"/>
          </a:solidFill>
          <a:latin typeface="+mn-lt"/>
          <a:ea typeface="+mn-ea"/>
          <a:cs typeface="+mn-cs"/>
        </a:defRPr>
      </a:lvl2pPr>
      <a:lvl3pPr marL="1143000" indent="-228600" algn="l" rtl="0" eaLnBrk="0" fontAlgn="base" hangingPunct="0">
        <a:spcBef>
          <a:spcPct val="20000"/>
        </a:spcBef>
        <a:spcAft>
          <a:spcPct val="0"/>
        </a:spcAft>
        <a:buClr>
          <a:srgbClr val="990033"/>
        </a:buClr>
        <a:buSzPct val="50000"/>
        <a:buFont typeface="Wingdings" pitchFamily="2" charset="2"/>
        <a:buChar char="n"/>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tx2"/>
        </a:buClr>
        <a:buSzPct val="55000"/>
        <a:buFont typeface="Wingdings" pitchFamily="2" charset="2"/>
        <a:buChar char="n"/>
        <a:defRPr sz="2000" kern="1200">
          <a:solidFill>
            <a:srgbClr val="800000"/>
          </a:solidFill>
          <a:latin typeface="+mn-lt"/>
          <a:ea typeface="+mn-ea"/>
          <a:cs typeface="+mn-cs"/>
        </a:defRPr>
      </a:lvl4pPr>
      <a:lvl5pPr marL="2057400" indent="-228600" algn="l" rtl="0" eaLnBrk="0" fontAlgn="base" hangingPunct="0">
        <a:spcBef>
          <a:spcPct val="20000"/>
        </a:spcBef>
        <a:spcAft>
          <a:spcPct val="0"/>
        </a:spcAft>
        <a:buClr>
          <a:srgbClr val="990033"/>
        </a:buClr>
        <a:buSzPct val="50000"/>
        <a:buFont typeface="Wingdings" pitchFamily="2" charset="2"/>
        <a:buChar char="n"/>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3C626-ACDF-0449-9C71-DDDD10E96970}"/>
              </a:ext>
            </a:extLst>
          </p:cNvPr>
          <p:cNvSpPr>
            <a:spLocks noGrp="1"/>
          </p:cNvSpPr>
          <p:nvPr>
            <p:ph type="ctrTitle" sz="quarter"/>
          </p:nvPr>
        </p:nvSpPr>
        <p:spPr/>
        <p:txBody>
          <a:bodyPr/>
          <a:lstStyle/>
          <a:p>
            <a:br>
              <a:rPr lang="en-US" dirty="0"/>
            </a:br>
            <a:endParaRPr dirty="0"/>
          </a:p>
        </p:txBody>
      </p:sp>
      <p:sp>
        <p:nvSpPr>
          <p:cNvPr id="3" name="Subtitle 2">
            <a:extLst>
              <a:ext uri="{FF2B5EF4-FFF2-40B4-BE49-F238E27FC236}">
                <a16:creationId xmlns:a16="http://schemas.microsoft.com/office/drawing/2014/main" id="{519C945B-46B5-E447-A20B-1D0FE5DF7119}"/>
              </a:ext>
            </a:extLst>
          </p:cNvPr>
          <p:cNvSpPr>
            <a:spLocks noGrp="1"/>
          </p:cNvSpPr>
          <p:nvPr>
            <p:ph type="subTitle" sz="quarter" idx="1"/>
          </p:nvPr>
        </p:nvSpPr>
        <p:spPr/>
        <p:txBody>
          <a:bodyPr/>
          <a:lstStyle/>
          <a:p>
            <a:r>
              <a:rPr lang="en-US" dirty="0"/>
              <a:t>Database Summary</a:t>
            </a:r>
          </a:p>
          <a:p>
            <a:r>
              <a:rPr lang="en-US" dirty="0"/>
              <a:t>2025 04 17 course </a:t>
            </a:r>
            <a:endParaRPr dirty="0"/>
          </a:p>
        </p:txBody>
      </p:sp>
    </p:spTree>
    <p:extLst>
      <p:ext uri="{BB962C8B-B14F-4D97-AF65-F5344CB8AC3E}">
        <p14:creationId xmlns:p14="http://schemas.microsoft.com/office/powerpoint/2010/main" val="237345546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3">
            <a:extLst>
              <a:ext uri="{FF2B5EF4-FFF2-40B4-BE49-F238E27FC236}">
                <a16:creationId xmlns:a16="http://schemas.microsoft.com/office/drawing/2014/main" id="{33746AC6-694B-DEFC-2FB1-1750483815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1- </a:t>
            </a:r>
            <a:fld id="{D1725442-7057-5F4E-88D0-775D9BAC1C62}" type="slidenum">
              <a:rPr lang="en-US" altLang="en-US" sz="1400">
                <a:solidFill>
                  <a:srgbClr val="990033"/>
                </a:solidFill>
              </a:rPr>
              <a:pPr>
                <a:spcBef>
                  <a:spcPct val="0"/>
                </a:spcBef>
                <a:buClrTx/>
                <a:buSzTx/>
                <a:buFontTx/>
                <a:buNone/>
              </a:pPr>
              <a:t>2</a:t>
            </a:fld>
            <a:endParaRPr lang="en-CA" altLang="en-US" sz="1400">
              <a:solidFill>
                <a:srgbClr val="990033"/>
              </a:solidFill>
            </a:endParaRPr>
          </a:p>
        </p:txBody>
      </p:sp>
      <p:sp>
        <p:nvSpPr>
          <p:cNvPr id="24578" name="Rectangle 2">
            <a:extLst>
              <a:ext uri="{FF2B5EF4-FFF2-40B4-BE49-F238E27FC236}">
                <a16:creationId xmlns:a16="http://schemas.microsoft.com/office/drawing/2014/main" id="{11ACB5C4-EF37-BB55-0D58-CABFD6CB382F}"/>
              </a:ext>
            </a:extLst>
          </p:cNvPr>
          <p:cNvSpPr>
            <a:spLocks noGrp="1" noChangeArrowheads="1"/>
          </p:cNvSpPr>
          <p:nvPr>
            <p:ph type="title"/>
          </p:nvPr>
        </p:nvSpPr>
        <p:spPr/>
        <p:txBody>
          <a:bodyPr/>
          <a:lstStyle/>
          <a:p>
            <a:pPr eaLnBrk="1" hangingPunct="1"/>
            <a:r>
              <a:rPr lang="en-US" altLang="en-US" sz="3200"/>
              <a:t>Simplified database system environment</a:t>
            </a:r>
          </a:p>
        </p:txBody>
      </p:sp>
      <p:pic>
        <p:nvPicPr>
          <p:cNvPr id="24579" name="Picture 4" descr="fig01_01">
            <a:extLst>
              <a:ext uri="{FF2B5EF4-FFF2-40B4-BE49-F238E27FC236}">
                <a16:creationId xmlns:a16="http://schemas.microsoft.com/office/drawing/2014/main" id="{8E18ACF9-CC5C-54C2-4D0C-ACFEA1AB37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5626" y="1524000"/>
            <a:ext cx="5743575"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2">
            <a:extLst>
              <a:ext uri="{FF2B5EF4-FFF2-40B4-BE49-F238E27FC236}">
                <a16:creationId xmlns:a16="http://schemas.microsoft.com/office/drawing/2014/main" id="{D06387EC-A366-5CBC-FDEB-10E2A70DC98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TW" sz="1400">
                <a:solidFill>
                  <a:srgbClr val="990033"/>
                </a:solidFill>
              </a:rPr>
              <a:t>Slide 5- </a:t>
            </a:r>
            <a:fld id="{6A6ED798-4943-B54A-A80F-C08CCA311AAB}" type="slidenum">
              <a:rPr lang="en-US" altLang="en-TW" sz="1400">
                <a:solidFill>
                  <a:srgbClr val="990033"/>
                </a:solidFill>
              </a:rPr>
              <a:pPr/>
              <a:t>3</a:t>
            </a:fld>
            <a:endParaRPr lang="en-CA" altLang="en-TW" sz="1400">
              <a:solidFill>
                <a:srgbClr val="990033"/>
              </a:solidFill>
            </a:endParaRPr>
          </a:p>
        </p:txBody>
      </p:sp>
      <p:sp>
        <p:nvSpPr>
          <p:cNvPr id="27650" name="Rectangle 2">
            <a:extLst>
              <a:ext uri="{FF2B5EF4-FFF2-40B4-BE49-F238E27FC236}">
                <a16:creationId xmlns:a16="http://schemas.microsoft.com/office/drawing/2014/main" id="{EC6A832D-B5C6-7743-77A0-1E54FCA98C16}"/>
              </a:ext>
            </a:extLst>
          </p:cNvPr>
          <p:cNvSpPr>
            <a:spLocks noGrp="1" noChangeArrowheads="1"/>
          </p:cNvSpPr>
          <p:nvPr>
            <p:ph type="title"/>
          </p:nvPr>
        </p:nvSpPr>
        <p:spPr/>
        <p:txBody>
          <a:bodyPr/>
          <a:lstStyle/>
          <a:p>
            <a:pPr eaLnBrk="1" hangingPunct="1"/>
            <a:r>
              <a:rPr lang="en-US" altLang="en-TW">
                <a:ea typeface="ＭＳ Ｐゴシック" panose="020B0600070205080204" pitchFamily="34" charset="-128"/>
              </a:rPr>
              <a:t>Example of a Relation</a:t>
            </a:r>
          </a:p>
        </p:txBody>
      </p:sp>
      <p:sp>
        <p:nvSpPr>
          <p:cNvPr id="27651" name="Rectangle 5">
            <a:extLst>
              <a:ext uri="{FF2B5EF4-FFF2-40B4-BE49-F238E27FC236}">
                <a16:creationId xmlns:a16="http://schemas.microsoft.com/office/drawing/2014/main" id="{8B72D832-C395-24BF-0B62-7E975C60B084}"/>
              </a:ext>
            </a:extLst>
          </p:cNvPr>
          <p:cNvSpPr>
            <a:spLocks noChangeArrowheads="1"/>
          </p:cNvSpPr>
          <p:nvPr/>
        </p:nvSpPr>
        <p:spPr bwMode="auto">
          <a:xfrm>
            <a:off x="10410825" y="61595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TW">
              <a:latin typeface="Times New Roman" panose="02020603050405020304" pitchFamily="18" charset="0"/>
            </a:endParaRPr>
          </a:p>
        </p:txBody>
      </p:sp>
      <p:pic>
        <p:nvPicPr>
          <p:cNvPr id="27652" name="Picture 6" descr="fig05_01">
            <a:extLst>
              <a:ext uri="{FF2B5EF4-FFF2-40B4-BE49-F238E27FC236}">
                <a16:creationId xmlns:a16="http://schemas.microsoft.com/office/drawing/2014/main" id="{9DEDE614-FDE9-FB6A-252C-1DAAE4EBB3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295526"/>
            <a:ext cx="8489950"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Number Placeholder 3">
            <a:extLst>
              <a:ext uri="{FF2B5EF4-FFF2-40B4-BE49-F238E27FC236}">
                <a16:creationId xmlns:a16="http://schemas.microsoft.com/office/drawing/2014/main" id="{C8B0169E-49E6-8689-E4E1-ECE4CD6AC7D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TW" sz="1400">
                <a:solidFill>
                  <a:srgbClr val="990033"/>
                </a:solidFill>
              </a:rPr>
              <a:t>Slide 5- </a:t>
            </a:r>
            <a:fld id="{EE611B71-679C-A441-ADDA-1B2F40C0E840}" type="slidenum">
              <a:rPr lang="en-US" altLang="en-TW" sz="1400">
                <a:solidFill>
                  <a:srgbClr val="990033"/>
                </a:solidFill>
              </a:rPr>
              <a:pPr/>
              <a:t>4</a:t>
            </a:fld>
            <a:endParaRPr lang="en-CA" altLang="en-TW" sz="1400">
              <a:solidFill>
                <a:srgbClr val="990033"/>
              </a:solidFill>
            </a:endParaRPr>
          </a:p>
        </p:txBody>
      </p:sp>
      <p:sp>
        <p:nvSpPr>
          <p:cNvPr id="57346" name="Rectangle 4">
            <a:extLst>
              <a:ext uri="{FF2B5EF4-FFF2-40B4-BE49-F238E27FC236}">
                <a16:creationId xmlns:a16="http://schemas.microsoft.com/office/drawing/2014/main" id="{0FD98FF6-540D-10CA-5065-C66BE2D52BF8}"/>
              </a:ext>
            </a:extLst>
          </p:cNvPr>
          <p:cNvSpPr>
            <a:spLocks noGrp="1" noChangeArrowheads="1"/>
          </p:cNvSpPr>
          <p:nvPr>
            <p:ph type="title"/>
          </p:nvPr>
        </p:nvSpPr>
        <p:spPr/>
        <p:txBody>
          <a:bodyPr/>
          <a:lstStyle/>
          <a:p>
            <a:pPr eaLnBrk="1" hangingPunct="1"/>
            <a:r>
              <a:rPr lang="en-US" altLang="en-TW">
                <a:ea typeface="ＭＳ Ｐゴシック" panose="020B0600070205080204" pitchFamily="34" charset="-128"/>
              </a:rPr>
              <a:t>Relational Integrity Constraints</a:t>
            </a:r>
          </a:p>
        </p:txBody>
      </p:sp>
      <p:sp>
        <p:nvSpPr>
          <p:cNvPr id="57347" name="Rectangle 5">
            <a:extLst>
              <a:ext uri="{FF2B5EF4-FFF2-40B4-BE49-F238E27FC236}">
                <a16:creationId xmlns:a16="http://schemas.microsoft.com/office/drawing/2014/main" id="{9BFF8EFC-95AD-FFDC-B48B-4377EFF0C2A5}"/>
              </a:ext>
            </a:extLst>
          </p:cNvPr>
          <p:cNvSpPr>
            <a:spLocks noGrp="1" noChangeArrowheads="1"/>
          </p:cNvSpPr>
          <p:nvPr>
            <p:ph type="body" idx="1"/>
          </p:nvPr>
        </p:nvSpPr>
        <p:spPr/>
        <p:txBody>
          <a:bodyPr/>
          <a:lstStyle/>
          <a:p>
            <a:pPr eaLnBrk="1" hangingPunct="1"/>
            <a:r>
              <a:rPr lang="en-US" altLang="en-TW" sz="2400">
                <a:ea typeface="ＭＳ Ｐゴシック" panose="020B0600070205080204" pitchFamily="34" charset="-128"/>
              </a:rPr>
              <a:t>Constraints are </a:t>
            </a:r>
            <a:r>
              <a:rPr lang="en-US" altLang="en-TW" sz="2400" b="1">
                <a:ea typeface="ＭＳ Ｐゴシック" panose="020B0600070205080204" pitchFamily="34" charset="-128"/>
              </a:rPr>
              <a:t>conditions</a:t>
            </a:r>
            <a:r>
              <a:rPr lang="en-US" altLang="en-TW" sz="2400">
                <a:ea typeface="ＭＳ Ｐゴシック" panose="020B0600070205080204" pitchFamily="34" charset="-128"/>
              </a:rPr>
              <a:t> that must hold on </a:t>
            </a:r>
            <a:r>
              <a:rPr lang="en-US" altLang="en-TW" sz="2400" b="1">
                <a:ea typeface="ＭＳ Ｐゴシック" panose="020B0600070205080204" pitchFamily="34" charset="-128"/>
              </a:rPr>
              <a:t>all</a:t>
            </a:r>
            <a:r>
              <a:rPr lang="en-US" altLang="en-TW" sz="2400">
                <a:ea typeface="ＭＳ Ｐゴシック" panose="020B0600070205080204" pitchFamily="34" charset="-128"/>
              </a:rPr>
              <a:t>  valid relation states.</a:t>
            </a:r>
          </a:p>
          <a:p>
            <a:pPr eaLnBrk="1" hangingPunct="1"/>
            <a:r>
              <a:rPr lang="en-US" altLang="en-TW" sz="2400">
                <a:ea typeface="ＭＳ Ｐゴシック" panose="020B0600070205080204" pitchFamily="34" charset="-128"/>
              </a:rPr>
              <a:t>There are three </a:t>
            </a:r>
            <a:r>
              <a:rPr lang="en-US" altLang="en-TW" sz="2400" i="1">
                <a:ea typeface="ＭＳ Ｐゴシック" panose="020B0600070205080204" pitchFamily="34" charset="-128"/>
              </a:rPr>
              <a:t>main types</a:t>
            </a:r>
            <a:r>
              <a:rPr lang="en-US" altLang="en-TW" sz="2400">
                <a:ea typeface="ＭＳ Ｐゴシック" panose="020B0600070205080204" pitchFamily="34" charset="-128"/>
              </a:rPr>
              <a:t> of (explicit schema-based) constraints that can be expressed in the relational model:</a:t>
            </a:r>
          </a:p>
          <a:p>
            <a:pPr lvl="1" eaLnBrk="1" hangingPunct="1"/>
            <a:r>
              <a:rPr lang="en-US" altLang="en-TW" sz="2200" b="1">
                <a:ea typeface="ＭＳ Ｐゴシック" panose="020B0600070205080204" pitchFamily="34" charset="-128"/>
              </a:rPr>
              <a:t>Key</a:t>
            </a:r>
            <a:r>
              <a:rPr lang="en-US" altLang="en-TW" sz="2200">
                <a:ea typeface="ＭＳ Ｐゴシック" panose="020B0600070205080204" pitchFamily="34" charset="-128"/>
              </a:rPr>
              <a:t> constraints</a:t>
            </a:r>
          </a:p>
          <a:p>
            <a:pPr lvl="1" eaLnBrk="1" hangingPunct="1"/>
            <a:r>
              <a:rPr lang="en-US" altLang="en-TW" sz="2200" b="1">
                <a:ea typeface="ＭＳ Ｐゴシック" panose="020B0600070205080204" pitchFamily="34" charset="-128"/>
              </a:rPr>
              <a:t>Entity</a:t>
            </a:r>
            <a:r>
              <a:rPr lang="en-US" altLang="en-TW" sz="2200">
                <a:ea typeface="ＭＳ Ｐゴシック" panose="020B0600070205080204" pitchFamily="34" charset="-128"/>
              </a:rPr>
              <a:t> </a:t>
            </a:r>
            <a:r>
              <a:rPr lang="en-US" altLang="en-TW" sz="2200" b="1">
                <a:ea typeface="ＭＳ Ｐゴシック" panose="020B0600070205080204" pitchFamily="34" charset="-128"/>
              </a:rPr>
              <a:t>integrity</a:t>
            </a:r>
            <a:r>
              <a:rPr lang="en-US" altLang="en-TW" sz="2200">
                <a:ea typeface="ＭＳ Ｐゴシック" panose="020B0600070205080204" pitchFamily="34" charset="-128"/>
              </a:rPr>
              <a:t> constraints</a:t>
            </a:r>
          </a:p>
          <a:p>
            <a:pPr lvl="1" eaLnBrk="1" hangingPunct="1"/>
            <a:r>
              <a:rPr lang="en-US" altLang="en-TW" sz="2200" b="1">
                <a:ea typeface="ＭＳ Ｐゴシック" panose="020B0600070205080204" pitchFamily="34" charset="-128"/>
              </a:rPr>
              <a:t>Referential integrity</a:t>
            </a:r>
            <a:r>
              <a:rPr lang="en-US" altLang="en-TW" sz="2200">
                <a:ea typeface="ＭＳ Ｐゴシック" panose="020B0600070205080204" pitchFamily="34" charset="-128"/>
              </a:rPr>
              <a:t> constraints</a:t>
            </a:r>
          </a:p>
          <a:p>
            <a:pPr eaLnBrk="1" hangingPunct="1"/>
            <a:r>
              <a:rPr lang="en-US" altLang="en-TW" sz="2400">
                <a:ea typeface="ＭＳ Ｐゴシック" panose="020B0600070205080204" pitchFamily="34" charset="-128"/>
              </a:rPr>
              <a:t>Another schema-based constraint is the </a:t>
            </a:r>
            <a:r>
              <a:rPr lang="en-US" altLang="en-TW" sz="2400" b="1">
                <a:ea typeface="ＭＳ Ｐゴシック" panose="020B0600070205080204" pitchFamily="34" charset="-128"/>
              </a:rPr>
              <a:t>domain</a:t>
            </a:r>
            <a:r>
              <a:rPr lang="en-US" altLang="en-TW" sz="2400">
                <a:ea typeface="ＭＳ Ｐゴシック" panose="020B0600070205080204" pitchFamily="34" charset="-128"/>
              </a:rPr>
              <a:t> constraint</a:t>
            </a:r>
          </a:p>
          <a:p>
            <a:pPr lvl="1" eaLnBrk="1" hangingPunct="1"/>
            <a:r>
              <a:rPr lang="en-US" altLang="en-TW" sz="2200">
                <a:ea typeface="ＭＳ Ｐゴシック" panose="020B0600070205080204" pitchFamily="34" charset="-128"/>
              </a:rPr>
              <a:t>Every value in a tuple must be from the </a:t>
            </a:r>
            <a:r>
              <a:rPr lang="en-US" altLang="en-TW" sz="2200" i="1">
                <a:ea typeface="ＭＳ Ｐゴシック" panose="020B0600070205080204" pitchFamily="34" charset="-128"/>
              </a:rPr>
              <a:t>domain of its attribute</a:t>
            </a:r>
            <a:r>
              <a:rPr lang="en-US" altLang="en-TW" sz="2200">
                <a:ea typeface="ＭＳ Ｐゴシック" panose="020B0600070205080204" pitchFamily="34" charset="-128"/>
              </a:rPr>
              <a:t> (or it could be </a:t>
            </a:r>
            <a:r>
              <a:rPr lang="en-US" altLang="en-TW" sz="2200" b="1">
                <a:ea typeface="ＭＳ Ｐゴシック" panose="020B0600070205080204" pitchFamily="34" charset="-128"/>
              </a:rPr>
              <a:t>null</a:t>
            </a:r>
            <a:r>
              <a:rPr lang="en-US" altLang="en-TW" sz="2200">
                <a:ea typeface="ＭＳ Ｐゴシック" panose="020B0600070205080204" pitchFamily="34" charset="-128"/>
              </a:rPr>
              <a:t>, if allowed for that attribute)</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Number Placeholder 3">
            <a:extLst>
              <a:ext uri="{FF2B5EF4-FFF2-40B4-BE49-F238E27FC236}">
                <a16:creationId xmlns:a16="http://schemas.microsoft.com/office/drawing/2014/main" id="{DE9A61A2-CC9E-02E8-D051-9B167428BA4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TW" sz="1400">
                <a:solidFill>
                  <a:srgbClr val="990033"/>
                </a:solidFill>
              </a:rPr>
              <a:t>Slide 5- </a:t>
            </a:r>
            <a:fld id="{B3A7F1FF-CF6B-9640-B0DD-BD39C0220A6B}" type="slidenum">
              <a:rPr lang="en-US" altLang="en-TW" sz="1400">
                <a:solidFill>
                  <a:srgbClr val="990033"/>
                </a:solidFill>
              </a:rPr>
              <a:pPr/>
              <a:t>5</a:t>
            </a:fld>
            <a:endParaRPr lang="en-CA" altLang="en-TW" sz="1400">
              <a:solidFill>
                <a:srgbClr val="990033"/>
              </a:solidFill>
            </a:endParaRPr>
          </a:p>
        </p:txBody>
      </p:sp>
      <p:sp>
        <p:nvSpPr>
          <p:cNvPr id="59394" name="Rectangle 6">
            <a:extLst>
              <a:ext uri="{FF2B5EF4-FFF2-40B4-BE49-F238E27FC236}">
                <a16:creationId xmlns:a16="http://schemas.microsoft.com/office/drawing/2014/main" id="{FAE6A303-4151-8CDC-FDCC-83FEA5631206}"/>
              </a:ext>
            </a:extLst>
          </p:cNvPr>
          <p:cNvSpPr>
            <a:spLocks noGrp="1" noChangeArrowheads="1"/>
          </p:cNvSpPr>
          <p:nvPr>
            <p:ph type="title"/>
          </p:nvPr>
        </p:nvSpPr>
        <p:spPr/>
        <p:txBody>
          <a:bodyPr/>
          <a:lstStyle/>
          <a:p>
            <a:pPr eaLnBrk="1" hangingPunct="1"/>
            <a:r>
              <a:rPr lang="en-US" altLang="en-TW">
                <a:ea typeface="ＭＳ Ｐゴシック" panose="020B0600070205080204" pitchFamily="34" charset="-128"/>
              </a:rPr>
              <a:t>Key Constraints</a:t>
            </a:r>
          </a:p>
        </p:txBody>
      </p:sp>
      <p:sp>
        <p:nvSpPr>
          <p:cNvPr id="59395" name="Rectangle 7">
            <a:extLst>
              <a:ext uri="{FF2B5EF4-FFF2-40B4-BE49-F238E27FC236}">
                <a16:creationId xmlns:a16="http://schemas.microsoft.com/office/drawing/2014/main" id="{8741F927-4F39-38BB-6D40-0E6433077E27}"/>
              </a:ext>
            </a:extLst>
          </p:cNvPr>
          <p:cNvSpPr>
            <a:spLocks noGrp="1" noChangeArrowheads="1"/>
          </p:cNvSpPr>
          <p:nvPr>
            <p:ph type="body" idx="1"/>
          </p:nvPr>
        </p:nvSpPr>
        <p:spPr/>
        <p:txBody>
          <a:bodyPr/>
          <a:lstStyle/>
          <a:p>
            <a:pPr eaLnBrk="1" hangingPunct="1"/>
            <a:r>
              <a:rPr lang="en-US" altLang="en-TW" sz="2400" b="1">
                <a:ea typeface="ＭＳ Ｐゴシック" panose="020B0600070205080204" pitchFamily="34" charset="-128"/>
              </a:rPr>
              <a:t>Superkey</a:t>
            </a:r>
            <a:r>
              <a:rPr lang="en-US" altLang="en-TW" sz="2400">
                <a:ea typeface="ＭＳ Ｐゴシック" panose="020B0600070205080204" pitchFamily="34" charset="-128"/>
              </a:rPr>
              <a:t> of R: </a:t>
            </a:r>
          </a:p>
          <a:p>
            <a:pPr lvl="1" eaLnBrk="1" hangingPunct="1"/>
            <a:r>
              <a:rPr lang="en-US" altLang="en-TW" sz="2200">
                <a:ea typeface="ＭＳ Ｐゴシック" panose="020B0600070205080204" pitchFamily="34" charset="-128"/>
              </a:rPr>
              <a:t>Is a set of attributes SK of R with the following condition:</a:t>
            </a:r>
          </a:p>
          <a:p>
            <a:pPr lvl="2" eaLnBrk="1" hangingPunct="1"/>
            <a:r>
              <a:rPr lang="en-US" altLang="en-TW" sz="2000">
                <a:ea typeface="ＭＳ Ｐゴシック" panose="020B0600070205080204" pitchFamily="34" charset="-128"/>
              </a:rPr>
              <a:t>No two tuples in any valid relation state r(R) will have the same value for SK</a:t>
            </a:r>
          </a:p>
          <a:p>
            <a:pPr lvl="2" eaLnBrk="1" hangingPunct="1"/>
            <a:r>
              <a:rPr lang="en-US" altLang="en-TW" sz="2000">
                <a:ea typeface="ＭＳ Ｐゴシック" panose="020B0600070205080204" pitchFamily="34" charset="-128"/>
              </a:rPr>
              <a:t>That is, for any distinct tuples t1 and t2 in r(R), t1[SK] </a:t>
            </a:r>
            <a:r>
              <a:rPr lang="en-US" altLang="en-TW" sz="2000">
                <a:ea typeface="ＭＳ Ｐゴシック" panose="020B0600070205080204" pitchFamily="34" charset="-128"/>
                <a:sym typeface="Symbol" pitchFamily="2" charset="2"/>
              </a:rPr>
              <a:t></a:t>
            </a:r>
            <a:r>
              <a:rPr lang="en-US" altLang="en-TW" sz="2000">
                <a:ea typeface="ＭＳ Ｐゴシック" panose="020B0600070205080204" pitchFamily="34" charset="-128"/>
              </a:rPr>
              <a:t> t2[SK]</a:t>
            </a:r>
          </a:p>
          <a:p>
            <a:pPr lvl="2" eaLnBrk="1" hangingPunct="1"/>
            <a:r>
              <a:rPr lang="en-US" altLang="en-TW" sz="2000">
                <a:ea typeface="ＭＳ Ｐゴシック" panose="020B0600070205080204" pitchFamily="34" charset="-128"/>
              </a:rPr>
              <a:t>This condition must hold in </a:t>
            </a:r>
            <a:r>
              <a:rPr lang="en-US" altLang="en-TW" sz="2000" i="1">
                <a:ea typeface="ＭＳ Ｐゴシック" panose="020B0600070205080204" pitchFamily="34" charset="-128"/>
              </a:rPr>
              <a:t>any valid state</a:t>
            </a:r>
            <a:r>
              <a:rPr lang="en-US" altLang="en-TW" sz="2000">
                <a:ea typeface="ＭＳ Ｐゴシック" panose="020B0600070205080204" pitchFamily="34" charset="-128"/>
              </a:rPr>
              <a:t> r(R)</a:t>
            </a:r>
          </a:p>
          <a:p>
            <a:pPr eaLnBrk="1" hangingPunct="1"/>
            <a:r>
              <a:rPr lang="en-US" altLang="en-TW" sz="2400" b="1">
                <a:ea typeface="ＭＳ Ｐゴシック" panose="020B0600070205080204" pitchFamily="34" charset="-128"/>
              </a:rPr>
              <a:t>Key</a:t>
            </a:r>
            <a:r>
              <a:rPr lang="en-US" altLang="en-TW" sz="2400">
                <a:ea typeface="ＭＳ Ｐゴシック" panose="020B0600070205080204" pitchFamily="34" charset="-128"/>
              </a:rPr>
              <a:t> of R:</a:t>
            </a:r>
          </a:p>
          <a:p>
            <a:pPr lvl="1" eaLnBrk="1" hangingPunct="1"/>
            <a:r>
              <a:rPr lang="en-US" altLang="en-TW" sz="2200">
                <a:ea typeface="ＭＳ Ｐゴシック" panose="020B0600070205080204" pitchFamily="34" charset="-128"/>
              </a:rPr>
              <a:t>A "minimal" superkey</a:t>
            </a:r>
          </a:p>
          <a:p>
            <a:pPr lvl="1" eaLnBrk="1" hangingPunct="1"/>
            <a:r>
              <a:rPr lang="en-US" altLang="en-TW" sz="2200">
                <a:ea typeface="ＭＳ Ｐゴシック" panose="020B0600070205080204" pitchFamily="34" charset="-128"/>
              </a:rPr>
              <a:t>That is, a key is a superkey K such that removal of any attribute from K results in a set of attributes that is not a superkey (does not possess the superkey uniqueness property)</a:t>
            </a:r>
          </a:p>
          <a:p>
            <a:pPr eaLnBrk="1" hangingPunct="1"/>
            <a:r>
              <a:rPr lang="en-US" altLang="en-TW" sz="2400">
                <a:ea typeface="ＭＳ Ｐゴシック" panose="020B0600070205080204" pitchFamily="34" charset="-128"/>
              </a:rPr>
              <a:t>A Key is a Superkey but not vice versa</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2">
            <a:extLst>
              <a:ext uri="{FF2B5EF4-FFF2-40B4-BE49-F238E27FC236}">
                <a16:creationId xmlns:a16="http://schemas.microsoft.com/office/drawing/2014/main" id="{B8A833E6-AD48-83D6-34EB-EFF6CC8A069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TW" sz="1400">
                <a:solidFill>
                  <a:srgbClr val="990033"/>
                </a:solidFill>
              </a:rPr>
              <a:t>Slide 5- </a:t>
            </a:r>
            <a:fld id="{83467489-0624-234D-830B-23464C90A218}" type="slidenum">
              <a:rPr lang="en-US" altLang="en-TW" sz="1400">
                <a:solidFill>
                  <a:srgbClr val="990033"/>
                </a:solidFill>
              </a:rPr>
              <a:pPr/>
              <a:t>6</a:t>
            </a:fld>
            <a:endParaRPr lang="en-CA" altLang="en-TW" sz="1400">
              <a:solidFill>
                <a:srgbClr val="990033"/>
              </a:solidFill>
            </a:endParaRPr>
          </a:p>
        </p:txBody>
      </p:sp>
      <p:sp>
        <p:nvSpPr>
          <p:cNvPr id="44034" name="Rectangle 42">
            <a:extLst>
              <a:ext uri="{FF2B5EF4-FFF2-40B4-BE49-F238E27FC236}">
                <a16:creationId xmlns:a16="http://schemas.microsoft.com/office/drawing/2014/main" id="{C80F4970-EBCA-1BBB-15E7-111E3EF41446}"/>
              </a:ext>
            </a:extLst>
          </p:cNvPr>
          <p:cNvSpPr>
            <a:spLocks noGrp="1" noChangeArrowheads="1"/>
          </p:cNvSpPr>
          <p:nvPr>
            <p:ph type="title"/>
          </p:nvPr>
        </p:nvSpPr>
        <p:spPr/>
        <p:txBody>
          <a:bodyPr/>
          <a:lstStyle/>
          <a:p>
            <a:pPr eaLnBrk="1" hangingPunct="1"/>
            <a:r>
              <a:rPr lang="en-US" altLang="en-TW">
                <a:ea typeface="ＭＳ Ｐゴシック" panose="020B0600070205080204" pitchFamily="34" charset="-128"/>
              </a:rPr>
              <a:t>Definition Summary</a:t>
            </a:r>
          </a:p>
        </p:txBody>
      </p:sp>
      <p:graphicFrame>
        <p:nvGraphicFramePr>
          <p:cNvPr id="686130" name="Group 50">
            <a:extLst>
              <a:ext uri="{FF2B5EF4-FFF2-40B4-BE49-F238E27FC236}">
                <a16:creationId xmlns:a16="http://schemas.microsoft.com/office/drawing/2014/main" id="{55C6CFCA-179F-3A26-AAE4-E9CC3D019116}"/>
              </a:ext>
            </a:extLst>
          </p:cNvPr>
          <p:cNvGraphicFramePr>
            <a:graphicFrameLocks noGrp="1"/>
          </p:cNvGraphicFramePr>
          <p:nvPr>
            <p:ph type="tbl" idx="4294967295"/>
          </p:nvPr>
        </p:nvGraphicFramePr>
        <p:xfrm>
          <a:off x="2133601" y="1600201"/>
          <a:ext cx="8050213" cy="4822823"/>
        </p:xfrm>
        <a:graphic>
          <a:graphicData uri="http://schemas.openxmlformats.org/drawingml/2006/table">
            <a:tbl>
              <a:tblPr/>
              <a:tblGrid>
                <a:gridCol w="3438525">
                  <a:extLst>
                    <a:ext uri="{9D8B030D-6E8A-4147-A177-3AD203B41FA5}">
                      <a16:colId xmlns:a16="http://schemas.microsoft.com/office/drawing/2014/main" val="20000"/>
                    </a:ext>
                  </a:extLst>
                </a:gridCol>
                <a:gridCol w="1111250">
                  <a:extLst>
                    <a:ext uri="{9D8B030D-6E8A-4147-A177-3AD203B41FA5}">
                      <a16:colId xmlns:a16="http://schemas.microsoft.com/office/drawing/2014/main" val="20001"/>
                    </a:ext>
                  </a:extLst>
                </a:gridCol>
                <a:gridCol w="3500438">
                  <a:extLst>
                    <a:ext uri="{9D8B030D-6E8A-4147-A177-3AD203B41FA5}">
                      <a16:colId xmlns:a16="http://schemas.microsoft.com/office/drawing/2014/main" val="20002"/>
                    </a:ext>
                  </a:extLst>
                </a:gridCol>
              </a:tblGrid>
              <a:tr h="57141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sng" strike="noStrike" cap="none" normalizeH="0" baseline="0">
                          <a:ln>
                            <a:noFill/>
                          </a:ln>
                          <a:solidFill>
                            <a:srgbClr val="000000"/>
                          </a:solidFill>
                          <a:effectLst/>
                          <a:latin typeface="Arial" charset="0"/>
                          <a:cs typeface="Times New Roman" pitchFamily="1" charset="0"/>
                        </a:rPr>
                        <a:t>Informal Terms</a:t>
                      </a:r>
                      <a:r>
                        <a:rPr kumimoji="0" lang="en-US" sz="2400" b="0" i="0" u="none" strike="noStrike" cap="none" normalizeH="0" baseline="0">
                          <a:ln>
                            <a:noFill/>
                          </a:ln>
                          <a:solidFill>
                            <a:schemeClr val="tx2"/>
                          </a:solidFill>
                          <a:effectLst/>
                          <a:latin typeface="Arial" charset="0"/>
                        </a:rPr>
                        <a:t> </a:t>
                      </a:r>
                    </a:p>
                  </a:txBody>
                  <a:tcPr marT="45713" marB="4571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sng" strike="noStrike" cap="none" normalizeH="0" baseline="0">
                          <a:ln>
                            <a:noFill/>
                          </a:ln>
                          <a:solidFill>
                            <a:srgbClr val="000000"/>
                          </a:solidFill>
                          <a:effectLst/>
                          <a:latin typeface="Arial" charset="0"/>
                          <a:cs typeface="Times New Roman" pitchFamily="1" charset="0"/>
                        </a:rPr>
                        <a:t>Formal Terms</a:t>
                      </a:r>
                      <a:r>
                        <a:rPr kumimoji="0" lang="en-US" sz="2400" b="0" i="0" u="none" strike="noStrike" cap="none" normalizeH="0" baseline="0">
                          <a:ln>
                            <a:noFill/>
                          </a:ln>
                          <a:solidFill>
                            <a:schemeClr val="tx2"/>
                          </a:solidFill>
                          <a:effectLst/>
                          <a:latin typeface="Arial" charset="0"/>
                        </a:rPr>
                        <a:t> </a:t>
                      </a:r>
                    </a:p>
                  </a:txBody>
                  <a:tcPr marT="45713" marB="4571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141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cs typeface="Times New Roman" pitchFamily="1" charset="0"/>
                        </a:rPr>
                        <a:t>Table</a:t>
                      </a:r>
                    </a:p>
                  </a:txBody>
                  <a:tcPr marT="45713" marB="4571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cs typeface="Times New Roman" pitchFamily="1" charset="0"/>
                        </a:rPr>
                        <a:t>Relation</a:t>
                      </a:r>
                      <a:r>
                        <a:rPr kumimoji="0" lang="en-US" sz="2400" b="0" i="0" u="none" strike="noStrike" cap="none" normalizeH="0" baseline="0">
                          <a:ln>
                            <a:noFill/>
                          </a:ln>
                          <a:solidFill>
                            <a:schemeClr val="tx2"/>
                          </a:solidFill>
                          <a:effectLst/>
                          <a:latin typeface="Arial" charset="0"/>
                        </a:rPr>
                        <a:t> </a:t>
                      </a:r>
                    </a:p>
                  </a:txBody>
                  <a:tcPr marT="45713" marB="4571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141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Column Header</a:t>
                      </a:r>
                    </a:p>
                  </a:txBody>
                  <a:tcPr marT="45713" marB="4571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Attribute</a:t>
                      </a:r>
                    </a:p>
                  </a:txBody>
                  <a:tcPr marT="45713" marB="4571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2945">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All possible Column Values</a:t>
                      </a:r>
                    </a:p>
                  </a:txBody>
                  <a:tcPr marT="45713" marB="4571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Domain</a:t>
                      </a:r>
                    </a:p>
                  </a:txBody>
                  <a:tcPr marT="45713" marB="4571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141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Row</a:t>
                      </a:r>
                    </a:p>
                  </a:txBody>
                  <a:tcPr marT="45713" marB="4571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Tuple</a:t>
                      </a:r>
                    </a:p>
                  </a:txBody>
                  <a:tcPr marT="45713" marB="4571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141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141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Table Definition</a:t>
                      </a:r>
                    </a:p>
                  </a:txBody>
                  <a:tcPr marT="45713" marB="4571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Schema of a Relation</a:t>
                      </a:r>
                    </a:p>
                  </a:txBody>
                  <a:tcPr marT="45713" marB="4571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141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Populated Table</a:t>
                      </a:r>
                    </a:p>
                  </a:txBody>
                  <a:tcPr marT="45713" marB="4571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endParaRPr kumimoji="0" lang="en-US" sz="2400" b="0" i="0" u="none" strike="noStrike" cap="none" normalizeH="0" baseline="0">
                        <a:ln>
                          <a:noFill/>
                        </a:ln>
                        <a:solidFill>
                          <a:schemeClr val="tx2"/>
                        </a:solidFill>
                        <a:effectLst/>
                        <a:latin typeface="Arial" charset="0"/>
                      </a:endParaRPr>
                    </a:p>
                  </a:txBody>
                  <a:tcPr marT="45713" marB="4571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2400" b="0" i="0" u="none" strike="noStrike" cap="none" normalizeH="0" baseline="0">
                          <a:ln>
                            <a:noFill/>
                          </a:ln>
                          <a:solidFill>
                            <a:schemeClr val="tx2"/>
                          </a:solidFill>
                          <a:effectLst/>
                          <a:latin typeface="Arial" charset="0"/>
                        </a:rPr>
                        <a:t>State of the Relation</a:t>
                      </a:r>
                    </a:p>
                  </a:txBody>
                  <a:tcPr marT="45713" marB="4571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Number Placeholder 1">
            <a:extLst>
              <a:ext uri="{FF2B5EF4-FFF2-40B4-BE49-F238E27FC236}">
                <a16:creationId xmlns:a16="http://schemas.microsoft.com/office/drawing/2014/main" id="{A72E0322-A15F-4DB8-962E-5448F752319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TW" sz="1400">
                <a:solidFill>
                  <a:srgbClr val="990033"/>
                </a:solidFill>
              </a:rPr>
              <a:t>Slide 5- </a:t>
            </a:r>
            <a:fld id="{CFEC298E-BA4B-174A-9584-3F67E57DDA9F}" type="slidenum">
              <a:rPr lang="en-US" altLang="en-TW" sz="1400">
                <a:solidFill>
                  <a:srgbClr val="990033"/>
                </a:solidFill>
              </a:rPr>
              <a:pPr/>
              <a:t>7</a:t>
            </a:fld>
            <a:endParaRPr lang="en-CA" altLang="en-TW" sz="1400">
              <a:solidFill>
                <a:srgbClr val="990033"/>
              </a:solidFill>
            </a:endParaRPr>
          </a:p>
        </p:txBody>
      </p:sp>
      <p:pic>
        <p:nvPicPr>
          <p:cNvPr id="69634" name="Picture 5" descr="fig05_05">
            <a:extLst>
              <a:ext uri="{FF2B5EF4-FFF2-40B4-BE49-F238E27FC236}">
                <a16:creationId xmlns:a16="http://schemas.microsoft.com/office/drawing/2014/main" id="{45BC1B3F-679D-C863-5010-F38E72CC3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1524000"/>
            <a:ext cx="8074025"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Text Box 6" descr="Pink tissue paper">
            <a:extLst>
              <a:ext uri="{FF2B5EF4-FFF2-40B4-BE49-F238E27FC236}">
                <a16:creationId xmlns:a16="http://schemas.microsoft.com/office/drawing/2014/main" id="{D2CB58C3-478C-2DC3-13C0-646F3FF9B568}"/>
              </a:ext>
            </a:extLst>
          </p:cNvPr>
          <p:cNvSpPr txBox="1">
            <a:spLocks noChangeArrowheads="1"/>
          </p:cNvSpPr>
          <p:nvPr/>
        </p:nvSpPr>
        <p:spPr bwMode="auto">
          <a:xfrm>
            <a:off x="1905000" y="762000"/>
            <a:ext cx="693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sz="3200">
                <a:solidFill>
                  <a:srgbClr val="800000"/>
                </a:solidFill>
              </a:rPr>
              <a:t>COMPANY Database Schema</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Number Placeholder 1">
            <a:extLst>
              <a:ext uri="{FF2B5EF4-FFF2-40B4-BE49-F238E27FC236}">
                <a16:creationId xmlns:a16="http://schemas.microsoft.com/office/drawing/2014/main" id="{0368A2D5-03A5-0709-D396-3BE87822231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TW" sz="1400">
                <a:solidFill>
                  <a:srgbClr val="990033"/>
                </a:solidFill>
              </a:rPr>
              <a:t>Slide 5- </a:t>
            </a:r>
            <a:fld id="{0FB82012-8AE3-314D-AF70-0681A712E10C}" type="slidenum">
              <a:rPr lang="en-US" altLang="en-TW" sz="1400">
                <a:solidFill>
                  <a:srgbClr val="990033"/>
                </a:solidFill>
              </a:rPr>
              <a:pPr/>
              <a:t>8</a:t>
            </a:fld>
            <a:endParaRPr lang="en-CA" altLang="en-TW" sz="1400">
              <a:solidFill>
                <a:srgbClr val="990033"/>
              </a:solidFill>
            </a:endParaRPr>
          </a:p>
        </p:txBody>
      </p:sp>
      <p:pic>
        <p:nvPicPr>
          <p:cNvPr id="73730" name="Picture 9" descr="fig05_06">
            <a:extLst>
              <a:ext uri="{FF2B5EF4-FFF2-40B4-BE49-F238E27FC236}">
                <a16:creationId xmlns:a16="http://schemas.microsoft.com/office/drawing/2014/main" id="{0969FF92-ACCC-7FE1-1285-E090A760F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1" y="1524000"/>
            <a:ext cx="394811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Text Box 10" descr="Pink tissue paper">
            <a:extLst>
              <a:ext uri="{FF2B5EF4-FFF2-40B4-BE49-F238E27FC236}">
                <a16:creationId xmlns:a16="http://schemas.microsoft.com/office/drawing/2014/main" id="{0F729E05-22C6-B1E7-E7F9-170AF87CFF16}"/>
              </a:ext>
            </a:extLst>
          </p:cNvPr>
          <p:cNvSpPr txBox="1">
            <a:spLocks noChangeArrowheads="1"/>
          </p:cNvSpPr>
          <p:nvPr/>
        </p:nvSpPr>
        <p:spPr bwMode="auto">
          <a:xfrm>
            <a:off x="1905000" y="838200"/>
            <a:ext cx="708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a:solidFill>
                  <a:srgbClr val="800000"/>
                </a:solidFill>
              </a:rPr>
              <a:t>Populated database state for COMPANY</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C1E2A3F7-C300-2849-B5C4-B635DB24716B}"/>
              </a:ext>
            </a:extLst>
          </p:cNvPr>
          <p:cNvSpPr>
            <a:spLocks noGrp="1" noChangeArrowheads="1"/>
          </p:cNvSpPr>
          <p:nvPr>
            <p:ph type="title"/>
          </p:nvPr>
        </p:nvSpPr>
        <p:spPr/>
        <p:txBody>
          <a:bodyPr/>
          <a:lstStyle/>
          <a:p>
            <a:r>
              <a:rPr lang="en-US" altLang="en-US">
                <a:ea typeface="ＭＳ Ｐゴシック" panose="020B0600070205080204" pitchFamily="34" charset="-128"/>
              </a:rPr>
              <a:t>The SELECT-FROM-WHERE Structure of Basic SQL Queries</a:t>
            </a:r>
          </a:p>
        </p:txBody>
      </p:sp>
      <p:sp>
        <p:nvSpPr>
          <p:cNvPr id="48130" name="Content Placeholder 2">
            <a:extLst>
              <a:ext uri="{FF2B5EF4-FFF2-40B4-BE49-F238E27FC236}">
                <a16:creationId xmlns:a16="http://schemas.microsoft.com/office/drawing/2014/main" id="{8D3C913B-EA52-CE41-438E-2FACA60A2970}"/>
              </a:ext>
            </a:extLst>
          </p:cNvPr>
          <p:cNvSpPr>
            <a:spLocks noGrp="1" noChangeArrowheads="1"/>
          </p:cNvSpPr>
          <p:nvPr>
            <p:ph idx="1"/>
          </p:nvPr>
        </p:nvSpPr>
        <p:spPr/>
        <p:txBody>
          <a:bodyPr/>
          <a:lstStyle/>
          <a:p>
            <a:r>
              <a:rPr lang="en-US" altLang="en-US">
                <a:ea typeface="ＭＳ Ｐゴシック" panose="020B0600070205080204" pitchFamily="34" charset="-128"/>
              </a:rPr>
              <a:t>Basic form of the </a:t>
            </a:r>
            <a:r>
              <a:rPr lang="en-US" altLang="en-US">
                <a:latin typeface="Courier New" panose="02070309020205020404" pitchFamily="49" charset="0"/>
                <a:ea typeface="ＭＳ Ｐゴシック" panose="020B0600070205080204" pitchFamily="34" charset="-128"/>
                <a:cs typeface="Courier New" panose="02070309020205020404" pitchFamily="49" charset="0"/>
              </a:rPr>
              <a:t>SELECT</a:t>
            </a:r>
            <a:r>
              <a:rPr lang="en-US" altLang="en-US">
                <a:ea typeface="ＭＳ Ｐゴシック" panose="020B0600070205080204" pitchFamily="34" charset="-128"/>
              </a:rPr>
              <a:t> statement:</a:t>
            </a:r>
          </a:p>
        </p:txBody>
      </p:sp>
      <p:pic>
        <p:nvPicPr>
          <p:cNvPr id="48131" name="Picture 3">
            <a:extLst>
              <a:ext uri="{FF2B5EF4-FFF2-40B4-BE49-F238E27FC236}">
                <a16:creationId xmlns:a16="http://schemas.microsoft.com/office/drawing/2014/main" id="{0B12F158-5EF6-CC6A-34B8-8E1037C99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1" y="2438400"/>
            <a:ext cx="730726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Slide Number Placeholder 3">
            <a:extLst>
              <a:ext uri="{FF2B5EF4-FFF2-40B4-BE49-F238E27FC236}">
                <a16:creationId xmlns:a16="http://schemas.microsoft.com/office/drawing/2014/main" id="{7D0AD995-D557-ECC5-7AA1-6158B92B760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6- </a:t>
            </a:r>
            <a:fld id="{96E24835-8065-7F44-A385-7B3573A658D3}" type="slidenum">
              <a:rPr lang="en-US" altLang="en-US" sz="1400">
                <a:solidFill>
                  <a:srgbClr val="990033"/>
                </a:solidFill>
              </a:rPr>
              <a:pPr>
                <a:spcBef>
                  <a:spcPct val="0"/>
                </a:spcBef>
                <a:buClrTx/>
                <a:buSzTx/>
                <a:buFontTx/>
                <a:buNone/>
              </a:pPr>
              <a:t>9</a:t>
            </a:fld>
            <a:endParaRPr lang="en-CA" altLang="en-US" sz="1400">
              <a:solidFill>
                <a:srgbClr val="990033"/>
              </a:solidFill>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4">
            <a:extLst>
              <a:ext uri="{FF2B5EF4-FFF2-40B4-BE49-F238E27FC236}">
                <a16:creationId xmlns:a16="http://schemas.microsoft.com/office/drawing/2014/main" id="{FD41D6F6-FED5-A32A-B0B1-A8C849948F0D}"/>
              </a:ext>
            </a:extLst>
          </p:cNvPr>
          <p:cNvSpPr>
            <a:spLocks noGrp="1" noChangeArrowheads="1"/>
          </p:cNvSpPr>
          <p:nvPr>
            <p:ph type="title"/>
          </p:nvPr>
        </p:nvSpPr>
        <p:spPr>
          <a:xfrm>
            <a:off x="1752601" y="228600"/>
            <a:ext cx="8228013" cy="1143000"/>
          </a:xfrm>
        </p:spPr>
        <p:txBody>
          <a:bodyPr/>
          <a:lstStyle/>
          <a:p>
            <a:r>
              <a:rPr lang="en-US" altLang="en-US">
                <a:ea typeface="ＭＳ Ｐゴシック" panose="020B0600070205080204" pitchFamily="34" charset="-128"/>
              </a:rPr>
              <a:t>The SELECT-FROM-WHERE Structure of Basic SQL Queries (cont’d.)</a:t>
            </a:r>
          </a:p>
        </p:txBody>
      </p:sp>
      <p:sp>
        <p:nvSpPr>
          <p:cNvPr id="49154" name="Content Placeholder 2">
            <a:extLst>
              <a:ext uri="{FF2B5EF4-FFF2-40B4-BE49-F238E27FC236}">
                <a16:creationId xmlns:a16="http://schemas.microsoft.com/office/drawing/2014/main" id="{17D878B2-93E9-F007-E295-3839C2E16274}"/>
              </a:ext>
            </a:extLst>
          </p:cNvPr>
          <p:cNvSpPr>
            <a:spLocks noGrp="1" noChangeArrowheads="1"/>
          </p:cNvSpPr>
          <p:nvPr>
            <p:ph idx="1"/>
          </p:nvPr>
        </p:nvSpPr>
        <p:spPr>
          <a:xfrm>
            <a:off x="1981201" y="2057400"/>
            <a:ext cx="8228013" cy="4071938"/>
          </a:xfrm>
        </p:spPr>
        <p:txBody>
          <a:bodyPr/>
          <a:lstStyle/>
          <a:p>
            <a:r>
              <a:rPr lang="en-US" altLang="en-US">
                <a:ea typeface="ＭＳ Ｐゴシック" panose="020B0600070205080204" pitchFamily="34" charset="-128"/>
              </a:rPr>
              <a:t>Logical comparison operators</a:t>
            </a:r>
          </a:p>
          <a:p>
            <a:pPr lvl="1"/>
            <a:r>
              <a:rPr lang="en-US" altLang="en-US">
                <a:latin typeface="Courier New" panose="02070309020205020404" pitchFamily="49" charset="0"/>
                <a:ea typeface="ＭＳ Ｐゴシック" panose="020B0600070205080204" pitchFamily="34" charset="-128"/>
                <a:cs typeface="Courier New" panose="02070309020205020404" pitchFamily="49" charset="0"/>
              </a:rPr>
              <a:t>=, &lt;, &lt;=, &gt;, &gt;=,</a:t>
            </a:r>
            <a:r>
              <a:rPr lang="en-US" altLang="en-US">
                <a:ea typeface="ＭＳ Ｐゴシック" panose="020B0600070205080204" pitchFamily="34" charset="-128"/>
              </a:rPr>
              <a:t> and </a:t>
            </a:r>
            <a:r>
              <a:rPr lang="en-US" altLang="en-US">
                <a:latin typeface="Courier New" panose="02070309020205020404" pitchFamily="49" charset="0"/>
                <a:ea typeface="ＭＳ Ｐゴシック" panose="020B0600070205080204" pitchFamily="34" charset="-128"/>
                <a:cs typeface="Courier New" panose="02070309020205020404" pitchFamily="49" charset="0"/>
              </a:rPr>
              <a:t>&lt;&gt;</a:t>
            </a:r>
          </a:p>
          <a:p>
            <a:r>
              <a:rPr lang="en-US" altLang="en-US" b="1">
                <a:ea typeface="ＭＳ Ｐゴシック" panose="020B0600070205080204" pitchFamily="34" charset="-128"/>
              </a:rPr>
              <a:t>Projection attributes</a:t>
            </a:r>
          </a:p>
          <a:p>
            <a:pPr lvl="1"/>
            <a:r>
              <a:rPr lang="en-US" altLang="en-US">
                <a:ea typeface="ＭＳ Ｐゴシック" panose="020B0600070205080204" pitchFamily="34" charset="-128"/>
              </a:rPr>
              <a:t>Attributes whose values are to be retrieved </a:t>
            </a:r>
          </a:p>
          <a:p>
            <a:r>
              <a:rPr lang="en-US" altLang="en-US" b="1">
                <a:ea typeface="ＭＳ Ｐゴシック" panose="020B0600070205080204" pitchFamily="34" charset="-128"/>
              </a:rPr>
              <a:t>Selection condition</a:t>
            </a:r>
          </a:p>
          <a:p>
            <a:pPr lvl="1"/>
            <a:r>
              <a:rPr lang="en-US" altLang="en-US">
                <a:ea typeface="ＭＳ Ｐゴシック" panose="020B0600070205080204" pitchFamily="34" charset="-128"/>
              </a:rPr>
              <a:t>Boolean condition that must be true for any retrieved tuple. Selection conditions include join conditions (see Ch.8) when multiple relations are involved.</a:t>
            </a:r>
          </a:p>
        </p:txBody>
      </p:sp>
      <p:sp>
        <p:nvSpPr>
          <p:cNvPr id="49155" name="Slide Number Placeholder 3">
            <a:extLst>
              <a:ext uri="{FF2B5EF4-FFF2-40B4-BE49-F238E27FC236}">
                <a16:creationId xmlns:a16="http://schemas.microsoft.com/office/drawing/2014/main" id="{5B92BB53-7640-94CB-0F81-61D4294212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6- 30</a:t>
            </a:r>
            <a:endParaRPr lang="en-CA" altLang="en-US" sz="1400">
              <a:solidFill>
                <a:srgbClr val="990033"/>
              </a:solidFill>
            </a:endParaRPr>
          </a:p>
        </p:txBody>
      </p:sp>
    </p:spTree>
    <p:extLst>
      <p:ext uri="{BB962C8B-B14F-4D97-AF65-F5344CB8AC3E}">
        <p14:creationId xmlns:p14="http://schemas.microsoft.com/office/powerpoint/2010/main" val="89104127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FDA9592B-6469-3F20-C16B-532E6B32B0F6}"/>
              </a:ext>
            </a:extLst>
          </p:cNvPr>
          <p:cNvSpPr>
            <a:spLocks noGrp="1" noChangeArrowheads="1"/>
          </p:cNvSpPr>
          <p:nvPr>
            <p:ph type="title"/>
          </p:nvPr>
        </p:nvSpPr>
        <p:spPr/>
        <p:txBody>
          <a:bodyPr/>
          <a:lstStyle/>
          <a:p>
            <a:r>
              <a:rPr lang="en-US" altLang="en-US" dirty="0">
                <a:latin typeface="Verdana" panose="020B0604030504040204" pitchFamily="34" charset="0"/>
                <a:ea typeface="ＭＳ Ｐゴシック" panose="020B0600070205080204" pitchFamily="34" charset="-128"/>
              </a:rPr>
              <a:t>COMPANY relational database schema</a:t>
            </a:r>
          </a:p>
        </p:txBody>
      </p:sp>
      <p:pic>
        <p:nvPicPr>
          <p:cNvPr id="27650" name="Picture 2" descr="fig05_07.jpg">
            <a:extLst>
              <a:ext uri="{FF2B5EF4-FFF2-40B4-BE49-F238E27FC236}">
                <a16:creationId xmlns:a16="http://schemas.microsoft.com/office/drawing/2014/main" id="{8DD9535B-62D5-AD54-1D9B-38532B0115A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11376" y="1562912"/>
            <a:ext cx="707707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Slide Number Placeholder 3">
            <a:extLst>
              <a:ext uri="{FF2B5EF4-FFF2-40B4-BE49-F238E27FC236}">
                <a16:creationId xmlns:a16="http://schemas.microsoft.com/office/drawing/2014/main" id="{3134CBF2-E089-D509-886B-21C1255E70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6- 11</a:t>
            </a:r>
            <a:endParaRPr lang="en-CA" altLang="en-US" sz="1400">
              <a:solidFill>
                <a:srgbClr val="990033"/>
              </a:solidFill>
            </a:endParaRPr>
          </a:p>
        </p:txBody>
      </p:sp>
    </p:spTree>
  </p:cSld>
  <p:clrMapOvr>
    <a:masterClrMapping/>
  </p:clrMapOvr>
  <p:transition spd="med" advTm="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A9AA611B-48D9-720C-E88B-AC193603E3EF}"/>
              </a:ext>
            </a:extLst>
          </p:cNvPr>
          <p:cNvSpPr>
            <a:spLocks noGrp="1" noChangeArrowheads="1"/>
          </p:cNvSpPr>
          <p:nvPr>
            <p:ph type="title"/>
          </p:nvPr>
        </p:nvSpPr>
        <p:spPr/>
        <p:txBody>
          <a:bodyPr/>
          <a:lstStyle/>
          <a:p>
            <a:r>
              <a:rPr lang="en-US" altLang="en-US" sz="2800">
                <a:latin typeface="Verdana" panose="020B0604030504040204" pitchFamily="34" charset="0"/>
                <a:ea typeface="ＭＳ Ｐゴシック" panose="020B0600070205080204" pitchFamily="34" charset="-128"/>
              </a:rPr>
              <a:t>One possible database state for the COMPANY relational database schema (Fig. 5.6)</a:t>
            </a:r>
          </a:p>
        </p:txBody>
      </p:sp>
      <p:pic>
        <p:nvPicPr>
          <p:cNvPr id="32770" name="Picture 3" descr="fig05_06continueda.jpg">
            <a:extLst>
              <a:ext uri="{FF2B5EF4-FFF2-40B4-BE49-F238E27FC236}">
                <a16:creationId xmlns:a16="http://schemas.microsoft.com/office/drawing/2014/main" id="{63C18F0C-130A-05C8-6C6F-16AD09A3BA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752601"/>
            <a:ext cx="822960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Slide Number Placeholder 3">
            <a:extLst>
              <a:ext uri="{FF2B5EF4-FFF2-40B4-BE49-F238E27FC236}">
                <a16:creationId xmlns:a16="http://schemas.microsoft.com/office/drawing/2014/main" id="{A2D33600-5BF8-7522-E210-3451736F40A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6- 12</a:t>
            </a:r>
          </a:p>
        </p:txBody>
      </p:sp>
    </p:spTree>
  </p:cSld>
  <p:clrMapOvr>
    <a:masterClrMapping/>
  </p:clrMapOvr>
  <p:transition spd="med"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3">
            <a:extLst>
              <a:ext uri="{FF2B5EF4-FFF2-40B4-BE49-F238E27FC236}">
                <a16:creationId xmlns:a16="http://schemas.microsoft.com/office/drawing/2014/main" id="{324A40C3-A0A3-C3C8-A7E7-BE5E3CB28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7114" y="2982913"/>
            <a:ext cx="6834187"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8" name="Picture 4">
            <a:extLst>
              <a:ext uri="{FF2B5EF4-FFF2-40B4-BE49-F238E27FC236}">
                <a16:creationId xmlns:a16="http://schemas.microsoft.com/office/drawing/2014/main" id="{338B3B44-4D8A-82F4-B7EF-CB365D54B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4648200"/>
            <a:ext cx="68453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9" name="Picture 3" descr="fig06_03a.jpg">
            <a:extLst>
              <a:ext uri="{FF2B5EF4-FFF2-40B4-BE49-F238E27FC236}">
                <a16:creationId xmlns:a16="http://schemas.microsoft.com/office/drawing/2014/main" id="{EB36FC01-DA49-1E82-4211-6F53E3389A2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28801" y="1477964"/>
            <a:ext cx="464502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3">
            <a:extLst>
              <a:ext uri="{FF2B5EF4-FFF2-40B4-BE49-F238E27FC236}">
                <a16:creationId xmlns:a16="http://schemas.microsoft.com/office/drawing/2014/main" id="{490CB036-D526-CE39-6BFF-F6BEAE9F211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73825" y="1462088"/>
            <a:ext cx="3505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itle 4">
            <a:extLst>
              <a:ext uri="{FF2B5EF4-FFF2-40B4-BE49-F238E27FC236}">
                <a16:creationId xmlns:a16="http://schemas.microsoft.com/office/drawing/2014/main" id="{4F8F111A-51D3-6DCF-CBC0-C8192BDE7AFA}"/>
              </a:ext>
            </a:extLst>
          </p:cNvPr>
          <p:cNvSpPr>
            <a:spLocks noGrp="1" noChangeArrowheads="1"/>
          </p:cNvSpPr>
          <p:nvPr>
            <p:ph type="title"/>
          </p:nvPr>
        </p:nvSpPr>
        <p:spPr/>
        <p:txBody>
          <a:bodyPr/>
          <a:lstStyle/>
          <a:p>
            <a:r>
              <a:rPr lang="en-US" altLang="en-US">
                <a:ea typeface="ＭＳ Ｐゴシック" panose="020B0600070205080204" pitchFamily="34" charset="-128"/>
              </a:rPr>
              <a:t>Basic Retrieval Queries</a:t>
            </a:r>
          </a:p>
        </p:txBody>
      </p:sp>
      <p:sp>
        <p:nvSpPr>
          <p:cNvPr id="50182" name="Slide Number Placeholder 3">
            <a:extLst>
              <a:ext uri="{FF2B5EF4-FFF2-40B4-BE49-F238E27FC236}">
                <a16:creationId xmlns:a16="http://schemas.microsoft.com/office/drawing/2014/main" id="{9B0A3983-7738-BB5E-002E-51044510FDC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6- 31</a:t>
            </a:r>
            <a:endParaRPr lang="en-CA" altLang="en-US" sz="1400">
              <a:solidFill>
                <a:srgbClr val="990033"/>
              </a:solidFil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93521508-83C8-7733-439B-19F0877AFA03}"/>
              </a:ext>
            </a:extLst>
          </p:cNvPr>
          <p:cNvSpPr>
            <a:spLocks noGrp="1" noChangeArrowheads="1"/>
          </p:cNvSpPr>
          <p:nvPr>
            <p:ph type="title"/>
          </p:nvPr>
        </p:nvSpPr>
        <p:spPr/>
        <p:txBody>
          <a:bodyPr/>
          <a:lstStyle/>
          <a:p>
            <a:r>
              <a:rPr lang="en-US" altLang="en-US">
                <a:ea typeface="ＭＳ Ｐゴシック" panose="020B0600070205080204" pitchFamily="34" charset="-128"/>
              </a:rPr>
              <a:t>Ambiguous Attribute Names </a:t>
            </a:r>
          </a:p>
        </p:txBody>
      </p:sp>
      <p:sp>
        <p:nvSpPr>
          <p:cNvPr id="52226" name="Content Placeholder 2">
            <a:extLst>
              <a:ext uri="{FF2B5EF4-FFF2-40B4-BE49-F238E27FC236}">
                <a16:creationId xmlns:a16="http://schemas.microsoft.com/office/drawing/2014/main" id="{79D1B895-2C61-B6BB-2A4C-A2DE0D64006C}"/>
              </a:ext>
            </a:extLst>
          </p:cNvPr>
          <p:cNvSpPr>
            <a:spLocks noGrp="1" noChangeArrowheads="1"/>
          </p:cNvSpPr>
          <p:nvPr>
            <p:ph idx="1"/>
          </p:nvPr>
        </p:nvSpPr>
        <p:spPr/>
        <p:txBody>
          <a:bodyPr/>
          <a:lstStyle/>
          <a:p>
            <a:r>
              <a:rPr lang="en-US" altLang="en-US">
                <a:ea typeface="ＭＳ Ｐゴシック" panose="020B0600070205080204" pitchFamily="34" charset="-128"/>
              </a:rPr>
              <a:t>Same name can be used for two (or more) attributes in different relations</a:t>
            </a:r>
          </a:p>
          <a:p>
            <a:pPr lvl="1"/>
            <a:r>
              <a:rPr lang="en-US" altLang="en-US">
                <a:ea typeface="ＭＳ Ｐゴシック" panose="020B0600070205080204" pitchFamily="34" charset="-128"/>
              </a:rPr>
              <a:t>As long as the attributes are in different relations</a:t>
            </a:r>
          </a:p>
          <a:p>
            <a:pPr lvl="1"/>
            <a:r>
              <a:rPr lang="en-US" altLang="en-US">
                <a:ea typeface="ＭＳ Ｐゴシック" panose="020B0600070205080204" pitchFamily="34" charset="-128"/>
              </a:rPr>
              <a:t>Must </a:t>
            </a:r>
            <a:r>
              <a:rPr lang="en-US" altLang="en-US" b="1">
                <a:ea typeface="ＭＳ Ｐゴシック" panose="020B0600070205080204" pitchFamily="34" charset="-128"/>
              </a:rPr>
              <a:t>qualify</a:t>
            </a:r>
            <a:r>
              <a:rPr lang="en-US" altLang="en-US">
                <a:ea typeface="ＭＳ Ｐゴシック" panose="020B0600070205080204" pitchFamily="34" charset="-128"/>
              </a:rPr>
              <a:t> the attribute name with the relation name to prevent ambiguity</a:t>
            </a:r>
          </a:p>
        </p:txBody>
      </p:sp>
      <p:pic>
        <p:nvPicPr>
          <p:cNvPr id="52227" name="Picture 4">
            <a:extLst>
              <a:ext uri="{FF2B5EF4-FFF2-40B4-BE49-F238E27FC236}">
                <a16:creationId xmlns:a16="http://schemas.microsoft.com/office/drawing/2014/main" id="{09A858B3-4C9B-DDD8-6F6A-80969910A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4724400"/>
            <a:ext cx="660876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Slide Number Placeholder 3">
            <a:extLst>
              <a:ext uri="{FF2B5EF4-FFF2-40B4-BE49-F238E27FC236}">
                <a16:creationId xmlns:a16="http://schemas.microsoft.com/office/drawing/2014/main" id="{7EFC8EC9-074F-9C6E-73CA-F0CBE9B77B8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6- 33</a:t>
            </a:r>
            <a:endParaRPr lang="en-CA" altLang="en-US" sz="1400">
              <a:solidFill>
                <a:srgbClr val="990033"/>
              </a:solidFill>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4">
            <a:extLst>
              <a:ext uri="{FF2B5EF4-FFF2-40B4-BE49-F238E27FC236}">
                <a16:creationId xmlns:a16="http://schemas.microsoft.com/office/drawing/2014/main" id="{960C9D57-5002-8AE1-ED48-CFF71A82FB5C}"/>
              </a:ext>
            </a:extLst>
          </p:cNvPr>
          <p:cNvSpPr>
            <a:spLocks noGrp="1" noChangeArrowheads="1"/>
          </p:cNvSpPr>
          <p:nvPr>
            <p:ph type="title"/>
          </p:nvPr>
        </p:nvSpPr>
        <p:spPr/>
        <p:txBody>
          <a:bodyPr/>
          <a:lstStyle/>
          <a:p>
            <a:r>
              <a:rPr lang="en-US" altLang="en-US">
                <a:ea typeface="ＭＳ Ｐゴシック" panose="020B0600070205080204" pitchFamily="34" charset="-128"/>
              </a:rPr>
              <a:t>Aliasing, and Renaming</a:t>
            </a:r>
          </a:p>
        </p:txBody>
      </p:sp>
      <p:sp>
        <p:nvSpPr>
          <p:cNvPr id="39939" name="Content Placeholder 2">
            <a:extLst>
              <a:ext uri="{FF2B5EF4-FFF2-40B4-BE49-F238E27FC236}">
                <a16:creationId xmlns:a16="http://schemas.microsoft.com/office/drawing/2014/main" id="{2B2ECDD1-06FF-8825-E4E0-6AF0C204E949}"/>
              </a:ext>
            </a:extLst>
          </p:cNvPr>
          <p:cNvSpPr>
            <a:spLocks noGrp="1"/>
          </p:cNvSpPr>
          <p:nvPr>
            <p:ph idx="1"/>
          </p:nvPr>
        </p:nvSpPr>
        <p:spPr/>
        <p:txBody>
          <a:bodyPr/>
          <a:lstStyle/>
          <a:p>
            <a:pPr>
              <a:defRPr/>
            </a:pPr>
            <a:r>
              <a:rPr lang="en-US" altLang="en-US" b="1" dirty="0"/>
              <a:t>Aliases</a:t>
            </a:r>
            <a:r>
              <a:rPr lang="en-US" altLang="en-US" dirty="0"/>
              <a:t> or </a:t>
            </a:r>
            <a:r>
              <a:rPr lang="en-US" altLang="en-US" b="1" dirty="0"/>
              <a:t>tuple variables</a:t>
            </a:r>
          </a:p>
          <a:p>
            <a:pPr lvl="1">
              <a:defRPr/>
            </a:pPr>
            <a:r>
              <a:rPr lang="en-US" altLang="en-US" dirty="0"/>
              <a:t>Declare alternative relation names E and S to refer to the EMPLOYEE relation twice in a query:</a:t>
            </a:r>
          </a:p>
          <a:p>
            <a:pPr marL="457200" lvl="1" indent="0">
              <a:buNone/>
              <a:defRPr/>
            </a:pPr>
            <a:endParaRPr lang="en-US" altLang="en-US" dirty="0"/>
          </a:p>
          <a:p>
            <a:pPr marL="0" indent="0">
              <a:buNone/>
              <a:defRPr/>
            </a:pPr>
            <a:r>
              <a:rPr lang="en-US" sz="2000" b="1" dirty="0"/>
              <a:t>Query 8.</a:t>
            </a:r>
            <a:r>
              <a:rPr lang="en-US" sz="2000" dirty="0"/>
              <a:t> For each employee, retrieve the employee’s first and last name and the first and last name of his or her immediate supervisor.</a:t>
            </a:r>
            <a:endParaRPr lang="en-US" sz="1600" dirty="0"/>
          </a:p>
          <a:p>
            <a:pPr>
              <a:defRPr/>
            </a:pPr>
            <a:r>
              <a:rPr lang="en-US" sz="2000" dirty="0"/>
              <a:t>		</a:t>
            </a:r>
            <a:r>
              <a:rPr lang="en-US" sz="2000" b="1" dirty="0"/>
              <a:t>SELECT</a:t>
            </a:r>
            <a:r>
              <a:rPr lang="en-US" sz="2000" dirty="0"/>
              <a:t>  </a:t>
            </a:r>
            <a:r>
              <a:rPr lang="en-US" sz="2000" dirty="0" err="1"/>
              <a:t>E.Fname</a:t>
            </a:r>
            <a:r>
              <a:rPr lang="en-US" sz="2000" dirty="0"/>
              <a:t>, </a:t>
            </a:r>
            <a:r>
              <a:rPr lang="en-US" sz="2000" dirty="0" err="1"/>
              <a:t>E.Lname</a:t>
            </a:r>
            <a:r>
              <a:rPr lang="en-US" sz="2000" dirty="0"/>
              <a:t>, </a:t>
            </a:r>
            <a:r>
              <a:rPr lang="en-US" sz="2000" dirty="0" err="1"/>
              <a:t>S.Fname</a:t>
            </a:r>
            <a:r>
              <a:rPr lang="en-US" sz="2000" dirty="0"/>
              <a:t>, </a:t>
            </a:r>
            <a:r>
              <a:rPr lang="en-US" sz="2000" dirty="0" err="1"/>
              <a:t>S.Lname</a:t>
            </a:r>
            <a:endParaRPr lang="en-US" sz="1200" dirty="0"/>
          </a:p>
          <a:p>
            <a:pPr marL="0" indent="0">
              <a:buNone/>
              <a:defRPr/>
            </a:pPr>
            <a:r>
              <a:rPr lang="en-US" sz="2000" dirty="0"/>
              <a:t>		</a:t>
            </a:r>
            <a:r>
              <a:rPr lang="en-US" sz="2000" b="1" dirty="0"/>
              <a:t>FROM</a:t>
            </a:r>
            <a:r>
              <a:rPr lang="en-US" sz="2000" dirty="0"/>
              <a:t>	EMPLOYEE </a:t>
            </a:r>
            <a:r>
              <a:rPr lang="en-US" sz="2000" b="1" dirty="0"/>
              <a:t>AS</a:t>
            </a:r>
            <a:r>
              <a:rPr lang="en-US" sz="2000" dirty="0"/>
              <a:t> E, EMPLOYEE </a:t>
            </a:r>
            <a:r>
              <a:rPr lang="en-US" sz="2000" b="1" dirty="0"/>
              <a:t>AS</a:t>
            </a:r>
            <a:r>
              <a:rPr lang="en-US" sz="2000" dirty="0"/>
              <a:t> S</a:t>
            </a:r>
            <a:endParaRPr lang="en-US" sz="1200" dirty="0"/>
          </a:p>
          <a:p>
            <a:pPr marL="0" indent="0">
              <a:buNone/>
              <a:defRPr/>
            </a:pPr>
            <a:r>
              <a:rPr lang="en-US" sz="2000" dirty="0"/>
              <a:t>		</a:t>
            </a:r>
            <a:r>
              <a:rPr lang="en-US" sz="2000" b="1" dirty="0"/>
              <a:t>WHERE</a:t>
            </a:r>
            <a:r>
              <a:rPr lang="en-US" sz="2000" dirty="0"/>
              <a:t> </a:t>
            </a:r>
            <a:r>
              <a:rPr lang="en-US" sz="2000" dirty="0" err="1"/>
              <a:t>E.Super_ssn</a:t>
            </a:r>
            <a:r>
              <a:rPr lang="en-US" sz="2000" dirty="0"/>
              <a:t>=</a:t>
            </a:r>
            <a:r>
              <a:rPr lang="en-US" sz="2000" dirty="0" err="1"/>
              <a:t>S.Ssn</a:t>
            </a:r>
            <a:r>
              <a:rPr lang="en-US" sz="2000" dirty="0"/>
              <a:t>;</a:t>
            </a:r>
            <a:endParaRPr lang="en-US" altLang="en-US" sz="2000" dirty="0"/>
          </a:p>
          <a:p>
            <a:pPr lvl="1">
              <a:defRPr/>
            </a:pPr>
            <a:r>
              <a:rPr lang="en-US" altLang="en-US" dirty="0"/>
              <a:t>Recommended practice to abbreviate names and to prefix same or similar attribute from multiple tables.</a:t>
            </a:r>
          </a:p>
        </p:txBody>
      </p:sp>
      <p:sp>
        <p:nvSpPr>
          <p:cNvPr id="53251" name="Slide Number Placeholder 3">
            <a:extLst>
              <a:ext uri="{FF2B5EF4-FFF2-40B4-BE49-F238E27FC236}">
                <a16:creationId xmlns:a16="http://schemas.microsoft.com/office/drawing/2014/main" id="{990C1829-2EAA-020A-F938-0DF4D7761BC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6- 34</a:t>
            </a:r>
            <a:endParaRPr lang="en-CA" altLang="en-US" sz="1400">
              <a:solidFill>
                <a:srgbClr val="990033"/>
              </a:solidFill>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47EB493B-9264-91F8-2DA7-F017621A5DEB}"/>
              </a:ext>
            </a:extLst>
          </p:cNvPr>
          <p:cNvSpPr>
            <a:spLocks noGrp="1" noChangeArrowheads="1"/>
          </p:cNvSpPr>
          <p:nvPr>
            <p:ph type="title"/>
          </p:nvPr>
        </p:nvSpPr>
        <p:spPr/>
        <p:txBody>
          <a:bodyPr/>
          <a:lstStyle/>
          <a:p>
            <a:r>
              <a:rPr lang="en-US" altLang="en-US">
                <a:ea typeface="ＭＳ Ｐゴシック" panose="020B0600070205080204" pitchFamily="34" charset="-128"/>
              </a:rPr>
              <a:t>Arithmetic Operations</a:t>
            </a:r>
          </a:p>
        </p:txBody>
      </p:sp>
      <p:sp>
        <p:nvSpPr>
          <p:cNvPr id="3" name="Content Placeholder 2">
            <a:extLst>
              <a:ext uri="{FF2B5EF4-FFF2-40B4-BE49-F238E27FC236}">
                <a16:creationId xmlns:a16="http://schemas.microsoft.com/office/drawing/2014/main" id="{84D0B8C6-F597-33D4-4CD1-67FD280D103B}"/>
              </a:ext>
            </a:extLst>
          </p:cNvPr>
          <p:cNvSpPr>
            <a:spLocks noGrp="1"/>
          </p:cNvSpPr>
          <p:nvPr>
            <p:ph idx="1"/>
          </p:nvPr>
        </p:nvSpPr>
        <p:spPr>
          <a:xfrm>
            <a:off x="1524000" y="1828800"/>
            <a:ext cx="8294688" cy="4572000"/>
          </a:xfrm>
        </p:spPr>
        <p:txBody>
          <a:bodyPr/>
          <a:lstStyle/>
          <a:p>
            <a:pPr>
              <a:defRPr/>
            </a:pPr>
            <a:r>
              <a:rPr lang="en-US" altLang="en-US" dirty="0"/>
              <a:t>Standard arithmetic operators:</a:t>
            </a:r>
          </a:p>
          <a:p>
            <a:pPr lvl="1">
              <a:defRPr/>
            </a:pPr>
            <a:r>
              <a:rPr lang="en-US" altLang="en-US" dirty="0"/>
              <a:t>Addition (+), subtraction (–), multiplication (*), and division (/) may be included as a part of </a:t>
            </a:r>
            <a:r>
              <a:rPr lang="en-US" altLang="en-US" b="1" dirty="0"/>
              <a:t>SELECT</a:t>
            </a:r>
          </a:p>
          <a:p>
            <a:pPr marL="457200" lvl="1" indent="0">
              <a:buNone/>
              <a:defRPr/>
            </a:pPr>
            <a:endParaRPr lang="en-US" altLang="en-US" dirty="0"/>
          </a:p>
          <a:p>
            <a:pPr>
              <a:defRPr/>
            </a:pPr>
            <a:r>
              <a:rPr lang="en-US" sz="2000" b="1" dirty="0"/>
              <a:t>Query 13.</a:t>
            </a:r>
            <a:r>
              <a:rPr lang="en-US" sz="2000" dirty="0"/>
              <a:t> Show the resulting salaries if every employee working on the ‘</a:t>
            </a:r>
            <a:r>
              <a:rPr lang="en-US" sz="2000" dirty="0" err="1"/>
              <a:t>ProductX</a:t>
            </a:r>
            <a:r>
              <a:rPr lang="en-US" sz="2000" dirty="0"/>
              <a:t>’ project is given a 10 percent raise.</a:t>
            </a:r>
          </a:p>
          <a:p>
            <a:pPr>
              <a:defRPr/>
            </a:pPr>
            <a:endParaRPr lang="en-US" sz="2000" dirty="0"/>
          </a:p>
          <a:p>
            <a:pPr marL="400050" lvl="1" indent="0">
              <a:buNone/>
              <a:defRPr/>
            </a:pPr>
            <a:r>
              <a:rPr lang="en-US" sz="2000" b="1" dirty="0"/>
              <a:t>SELECT</a:t>
            </a:r>
            <a:r>
              <a:rPr lang="en-US" sz="2000" dirty="0"/>
              <a:t>  </a:t>
            </a:r>
            <a:r>
              <a:rPr lang="en-US" sz="2000" dirty="0" err="1"/>
              <a:t>E.Fname</a:t>
            </a:r>
            <a:r>
              <a:rPr lang="en-US" sz="2000" dirty="0"/>
              <a:t>, </a:t>
            </a:r>
            <a:r>
              <a:rPr lang="en-US" sz="2000" dirty="0" err="1"/>
              <a:t>E.Lname</a:t>
            </a:r>
            <a:r>
              <a:rPr lang="en-US" sz="2000" dirty="0"/>
              <a:t>, 1.1 * </a:t>
            </a:r>
            <a:r>
              <a:rPr lang="en-US" sz="2000" dirty="0" err="1"/>
              <a:t>E.Salary</a:t>
            </a:r>
            <a:r>
              <a:rPr lang="en-US" sz="2000" dirty="0"/>
              <a:t> </a:t>
            </a:r>
            <a:r>
              <a:rPr lang="en-US" sz="2000" b="1" dirty="0"/>
              <a:t>AS</a:t>
            </a:r>
            <a:r>
              <a:rPr lang="en-US" sz="2000" dirty="0"/>
              <a:t> </a:t>
            </a:r>
            <a:r>
              <a:rPr lang="en-US" sz="2000" dirty="0" err="1"/>
              <a:t>Increased_sal</a:t>
            </a:r>
            <a:endParaRPr lang="en-US" sz="2000" dirty="0"/>
          </a:p>
          <a:p>
            <a:pPr marL="400050" lvl="1" indent="0">
              <a:buNone/>
              <a:defRPr/>
            </a:pPr>
            <a:r>
              <a:rPr lang="en-US" sz="2000" b="1" dirty="0"/>
              <a:t>FROM</a:t>
            </a:r>
            <a:r>
              <a:rPr lang="en-US" sz="2000" dirty="0"/>
              <a:t>  EMPLOYEE </a:t>
            </a:r>
            <a:r>
              <a:rPr lang="en-US" sz="2000" b="1" dirty="0"/>
              <a:t>AS</a:t>
            </a:r>
            <a:r>
              <a:rPr lang="en-US" sz="2000" dirty="0"/>
              <a:t> E, WORKS_ON </a:t>
            </a:r>
            <a:r>
              <a:rPr lang="en-US" sz="2000" b="1" dirty="0"/>
              <a:t>AS</a:t>
            </a:r>
            <a:r>
              <a:rPr lang="en-US" sz="2000" dirty="0"/>
              <a:t> W, PROJECT </a:t>
            </a:r>
            <a:r>
              <a:rPr lang="en-US" sz="2000" b="1" dirty="0"/>
              <a:t>AS</a:t>
            </a:r>
            <a:r>
              <a:rPr lang="en-US" sz="2000" dirty="0"/>
              <a:t> P</a:t>
            </a:r>
          </a:p>
          <a:p>
            <a:pPr marL="400050" lvl="1" indent="0">
              <a:buNone/>
              <a:defRPr/>
            </a:pPr>
            <a:r>
              <a:rPr lang="en-US" sz="2000" b="1" dirty="0"/>
              <a:t>WHERE</a:t>
            </a:r>
            <a:r>
              <a:rPr lang="en-US" sz="2000" dirty="0"/>
              <a:t>  </a:t>
            </a:r>
            <a:r>
              <a:rPr lang="en-US" sz="2000" dirty="0" err="1"/>
              <a:t>E.Ssn</a:t>
            </a:r>
            <a:r>
              <a:rPr lang="en-US" sz="2000" dirty="0"/>
              <a:t>=</a:t>
            </a:r>
            <a:r>
              <a:rPr lang="en-US" sz="2000" dirty="0" err="1"/>
              <a:t>W.Essn</a:t>
            </a:r>
            <a:r>
              <a:rPr lang="en-US" sz="2000" dirty="0"/>
              <a:t> </a:t>
            </a:r>
            <a:r>
              <a:rPr lang="en-US" sz="2000" b="1" dirty="0"/>
              <a:t>AND</a:t>
            </a:r>
            <a:r>
              <a:rPr lang="en-US" sz="2000" dirty="0"/>
              <a:t> </a:t>
            </a:r>
            <a:r>
              <a:rPr lang="en-US" sz="2000" dirty="0" err="1"/>
              <a:t>W.Pno</a:t>
            </a:r>
            <a:r>
              <a:rPr lang="en-US" sz="2000" dirty="0"/>
              <a:t>=</a:t>
            </a:r>
            <a:r>
              <a:rPr lang="en-US" sz="2000" dirty="0" err="1"/>
              <a:t>P.Pnumber</a:t>
            </a:r>
            <a:r>
              <a:rPr lang="en-US" sz="2000" dirty="0"/>
              <a:t> </a:t>
            </a:r>
            <a:r>
              <a:rPr lang="en-US" sz="2000" b="1" dirty="0"/>
              <a:t>AND </a:t>
            </a:r>
            <a:r>
              <a:rPr lang="en-US" sz="2000" dirty="0" err="1"/>
              <a:t>P.Pname</a:t>
            </a:r>
            <a:r>
              <a:rPr lang="en-US" sz="2000" dirty="0"/>
              <a:t>=‘</a:t>
            </a:r>
            <a:r>
              <a:rPr lang="en-US" sz="2000" dirty="0" err="1"/>
              <a:t>ProductX</a:t>
            </a:r>
            <a:r>
              <a:rPr lang="en-US" sz="2000" dirty="0"/>
              <a:t>’;</a:t>
            </a:r>
          </a:p>
          <a:p>
            <a:pPr lvl="1">
              <a:defRPr/>
            </a:pPr>
            <a:endParaRPr lang="en-US" sz="2000" dirty="0"/>
          </a:p>
        </p:txBody>
      </p:sp>
      <p:sp>
        <p:nvSpPr>
          <p:cNvPr id="60419" name="Slide Number Placeholder 3">
            <a:extLst>
              <a:ext uri="{FF2B5EF4-FFF2-40B4-BE49-F238E27FC236}">
                <a16:creationId xmlns:a16="http://schemas.microsoft.com/office/drawing/2014/main" id="{B2FCC7C2-52B2-6248-4BB0-309D82C243F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6- </a:t>
            </a:r>
            <a:fld id="{F13EC196-F731-3640-97DB-82E9901F55F5}" type="slidenum">
              <a:rPr lang="en-US" altLang="en-US" sz="1400">
                <a:solidFill>
                  <a:srgbClr val="990033"/>
                </a:solidFill>
              </a:rPr>
              <a:pPr>
                <a:spcBef>
                  <a:spcPct val="0"/>
                </a:spcBef>
                <a:buClrTx/>
                <a:buSzTx/>
                <a:buFontTx/>
                <a:buNone/>
              </a:pPr>
              <a:t>16</a:t>
            </a:fld>
            <a:endParaRPr lang="en-CA" altLang="en-US" sz="1400">
              <a:solidFill>
                <a:srgbClr val="990033"/>
              </a:solidFill>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FBCF8216-F8D2-7F0E-6D28-61A5002FB2DC}"/>
              </a:ext>
            </a:extLst>
          </p:cNvPr>
          <p:cNvSpPr>
            <a:spLocks noGrp="1"/>
          </p:cNvSpPr>
          <p:nvPr>
            <p:ph type="title"/>
          </p:nvPr>
        </p:nvSpPr>
        <p:spPr/>
        <p:txBody>
          <a:bodyPr/>
          <a:lstStyle/>
          <a:p>
            <a:r>
              <a:rPr lang="en-US" altLang="en-US"/>
              <a:t> </a:t>
            </a:r>
          </a:p>
        </p:txBody>
      </p:sp>
      <p:sp>
        <p:nvSpPr>
          <p:cNvPr id="3" name="Content Placeholder 2">
            <a:extLst>
              <a:ext uri="{FF2B5EF4-FFF2-40B4-BE49-F238E27FC236}">
                <a16:creationId xmlns:a16="http://schemas.microsoft.com/office/drawing/2014/main" id="{5FA81884-1EB9-52AB-14FD-60BBF938A0A7}"/>
              </a:ext>
            </a:extLst>
          </p:cNvPr>
          <p:cNvSpPr>
            <a:spLocks noGrp="1"/>
          </p:cNvSpPr>
          <p:nvPr>
            <p:ph idx="1"/>
          </p:nvPr>
        </p:nvSpPr>
        <p:spPr/>
        <p:txBody>
          <a:bodyPr/>
          <a:lstStyle/>
          <a:p>
            <a:endParaRPr lang="en-US" altLang="en-TW"/>
          </a:p>
          <a:p>
            <a:endParaRPr lang="en-US" altLang="en-TW"/>
          </a:p>
          <a:p>
            <a:endParaRPr lang="en-US" altLang="en-TW"/>
          </a:p>
          <a:p>
            <a:pPr algn="ctr">
              <a:buFont typeface="Wingdings" pitchFamily="2" charset="2"/>
              <a:buNone/>
            </a:pPr>
            <a:r>
              <a:rPr lang="en-US" altLang="en-TW" sz="3600" b="1"/>
              <a:t>CHAPTER 9</a:t>
            </a:r>
          </a:p>
          <a:p>
            <a:pPr algn="ctr">
              <a:buFont typeface="Wingdings" pitchFamily="2" charset="2"/>
              <a:buNone/>
            </a:pPr>
            <a:endParaRPr lang="en-US" altLang="en-TW" sz="3200" b="1"/>
          </a:p>
          <a:p>
            <a:pPr algn="ctr" eaLnBrk="1" hangingPunct="1">
              <a:buFont typeface="Wingdings" pitchFamily="2" charset="2"/>
              <a:buNone/>
            </a:pPr>
            <a:r>
              <a:rPr lang="en-US" altLang="en-US" sz="3600"/>
              <a:t>Relational Database Design by ER- and EERR-to-Relational Mapping</a:t>
            </a:r>
          </a:p>
        </p:txBody>
      </p:sp>
      <p:sp>
        <p:nvSpPr>
          <p:cNvPr id="8196" name="Slide Number Placeholder 3">
            <a:extLst>
              <a:ext uri="{FF2B5EF4-FFF2-40B4-BE49-F238E27FC236}">
                <a16:creationId xmlns:a16="http://schemas.microsoft.com/office/drawing/2014/main" id="{3C593EA1-4B29-D266-D8CC-83DEDA183E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a:t>
            </a:r>
            <a:fld id="{CDA394C4-7D1F-7A4D-A63C-62FF16944CE0}" type="slidenum">
              <a:rPr lang="en-US" altLang="en-US" sz="1400">
                <a:solidFill>
                  <a:srgbClr val="990033"/>
                </a:solidFill>
              </a:rPr>
              <a:pPr>
                <a:spcBef>
                  <a:spcPct val="0"/>
                </a:spcBef>
                <a:buClrTx/>
                <a:buSzTx/>
                <a:buFontTx/>
                <a:buNone/>
              </a:pPr>
              <a:t>17</a:t>
            </a:fld>
            <a:endParaRPr lang="en-CA" altLang="en-US" sz="1400">
              <a:solidFill>
                <a:srgbClr val="990033"/>
              </a:solidFill>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a:extLst>
              <a:ext uri="{FF2B5EF4-FFF2-40B4-BE49-F238E27FC236}">
                <a16:creationId xmlns:a16="http://schemas.microsoft.com/office/drawing/2014/main" id="{138A8781-A28E-4EE3-4B75-71FE2C77989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a:t>
            </a:r>
            <a:fld id="{0CB71F45-A463-204B-B6D9-07616FEEC224}" type="slidenum">
              <a:rPr lang="en-US" altLang="en-US" sz="1400">
                <a:solidFill>
                  <a:srgbClr val="990033"/>
                </a:solidFill>
              </a:rPr>
              <a:pPr>
                <a:spcBef>
                  <a:spcPct val="0"/>
                </a:spcBef>
                <a:buClrTx/>
                <a:buSzTx/>
                <a:buFontTx/>
                <a:buNone/>
              </a:pPr>
              <a:t>18</a:t>
            </a:fld>
            <a:endParaRPr lang="en-CA" altLang="en-US" sz="1400">
              <a:solidFill>
                <a:srgbClr val="990033"/>
              </a:solidFill>
            </a:endParaRPr>
          </a:p>
        </p:txBody>
      </p:sp>
      <p:sp>
        <p:nvSpPr>
          <p:cNvPr id="10243" name="Rectangle 4">
            <a:extLst>
              <a:ext uri="{FF2B5EF4-FFF2-40B4-BE49-F238E27FC236}">
                <a16:creationId xmlns:a16="http://schemas.microsoft.com/office/drawing/2014/main" id="{40BEC5A7-1E92-38E1-EDE4-876626C35A71}"/>
              </a:ext>
            </a:extLst>
          </p:cNvPr>
          <p:cNvSpPr>
            <a:spLocks noGrp="1" noChangeArrowheads="1"/>
          </p:cNvSpPr>
          <p:nvPr>
            <p:ph type="title"/>
          </p:nvPr>
        </p:nvSpPr>
        <p:spPr/>
        <p:txBody>
          <a:bodyPr/>
          <a:lstStyle/>
          <a:p>
            <a:pPr eaLnBrk="1" hangingPunct="1"/>
            <a:r>
              <a:rPr lang="en-US" altLang="en-US"/>
              <a:t>Chapter Outline</a:t>
            </a:r>
          </a:p>
        </p:txBody>
      </p:sp>
      <p:sp>
        <p:nvSpPr>
          <p:cNvPr id="10244" name="Rectangle 5">
            <a:extLst>
              <a:ext uri="{FF2B5EF4-FFF2-40B4-BE49-F238E27FC236}">
                <a16:creationId xmlns:a16="http://schemas.microsoft.com/office/drawing/2014/main" id="{A35D04AF-879B-63FC-BC6F-505E5DE09CD4}"/>
              </a:ext>
            </a:extLst>
          </p:cNvPr>
          <p:cNvSpPr>
            <a:spLocks noGrp="1" noChangeArrowheads="1"/>
          </p:cNvSpPr>
          <p:nvPr>
            <p:ph type="body" idx="1"/>
          </p:nvPr>
        </p:nvSpPr>
        <p:spPr/>
        <p:txBody>
          <a:bodyPr/>
          <a:lstStyle/>
          <a:p>
            <a:pPr eaLnBrk="1" hangingPunct="1">
              <a:lnSpc>
                <a:spcPct val="80000"/>
              </a:lnSpc>
            </a:pPr>
            <a:r>
              <a:rPr lang="en-US" altLang="en-US" sz="2400" b="1"/>
              <a:t>ER-to-Relational Mapping Algorithm </a:t>
            </a:r>
          </a:p>
          <a:p>
            <a:pPr lvl="1" eaLnBrk="1" hangingPunct="1">
              <a:lnSpc>
                <a:spcPct val="80000"/>
              </a:lnSpc>
            </a:pPr>
            <a:r>
              <a:rPr lang="en-US" altLang="en-US" sz="2100"/>
              <a:t>Step 1: Mapping of Regular Entity Types</a:t>
            </a:r>
          </a:p>
          <a:p>
            <a:pPr lvl="1" eaLnBrk="1" hangingPunct="1">
              <a:lnSpc>
                <a:spcPct val="80000"/>
              </a:lnSpc>
            </a:pPr>
            <a:r>
              <a:rPr lang="en-US" altLang="en-US" sz="2100"/>
              <a:t>Step 2: Mapping of Weak Entity Types</a:t>
            </a:r>
          </a:p>
          <a:p>
            <a:pPr lvl="1" eaLnBrk="1" hangingPunct="1">
              <a:lnSpc>
                <a:spcPct val="80000"/>
              </a:lnSpc>
            </a:pPr>
            <a:r>
              <a:rPr lang="en-US" altLang="en-US" sz="2100"/>
              <a:t>Step 3: Mapping of Binary 1:1 Relation Types</a:t>
            </a:r>
          </a:p>
          <a:p>
            <a:pPr lvl="1" eaLnBrk="1" hangingPunct="1">
              <a:lnSpc>
                <a:spcPct val="80000"/>
              </a:lnSpc>
            </a:pPr>
            <a:r>
              <a:rPr lang="en-US" altLang="en-US" sz="2100"/>
              <a:t>Step 4: Mapping of Binary 1:N Relationship Types.</a:t>
            </a:r>
          </a:p>
          <a:p>
            <a:pPr lvl="1" eaLnBrk="1" hangingPunct="1">
              <a:lnSpc>
                <a:spcPct val="80000"/>
              </a:lnSpc>
            </a:pPr>
            <a:r>
              <a:rPr lang="en-US" altLang="en-US" sz="2100"/>
              <a:t>Step 5: Mapping of Binary M:N Relationship Types.</a:t>
            </a:r>
          </a:p>
          <a:p>
            <a:pPr lvl="1" eaLnBrk="1" hangingPunct="1">
              <a:lnSpc>
                <a:spcPct val="80000"/>
              </a:lnSpc>
            </a:pPr>
            <a:r>
              <a:rPr lang="en-US" altLang="en-US" sz="2100"/>
              <a:t>Step 6: Mapping of Multivalued attributes.</a:t>
            </a:r>
          </a:p>
          <a:p>
            <a:pPr lvl="1" eaLnBrk="1" hangingPunct="1">
              <a:lnSpc>
                <a:spcPct val="80000"/>
              </a:lnSpc>
            </a:pPr>
            <a:r>
              <a:rPr lang="en-US" altLang="en-US" sz="2100"/>
              <a:t>Step 7: Mapping of N-ary Relationship Types.</a:t>
            </a:r>
          </a:p>
          <a:p>
            <a:pPr lvl="1" eaLnBrk="1" hangingPunct="1">
              <a:lnSpc>
                <a:spcPct val="80000"/>
              </a:lnSpc>
            </a:pPr>
            <a:endParaRPr lang="en-US" altLang="en-US" sz="2100"/>
          </a:p>
          <a:p>
            <a:pPr eaLnBrk="1" hangingPunct="1">
              <a:lnSpc>
                <a:spcPct val="80000"/>
              </a:lnSpc>
            </a:pPr>
            <a:r>
              <a:rPr lang="en-US" altLang="en-US" sz="2400" b="1"/>
              <a:t>Mapping EER Model Constructs to Relations </a:t>
            </a:r>
          </a:p>
          <a:p>
            <a:pPr lvl="1" eaLnBrk="1" hangingPunct="1">
              <a:lnSpc>
                <a:spcPct val="80000"/>
              </a:lnSpc>
            </a:pPr>
            <a:r>
              <a:rPr lang="en-US" altLang="en-US" sz="2100"/>
              <a:t>Step 8: Options for Mapping Specialization or Generalization.</a:t>
            </a:r>
          </a:p>
          <a:p>
            <a:pPr lvl="1" eaLnBrk="1" hangingPunct="1">
              <a:lnSpc>
                <a:spcPct val="80000"/>
              </a:lnSpc>
            </a:pPr>
            <a:r>
              <a:rPr lang="en-US" altLang="en-US" sz="2100"/>
              <a:t>Step 9: Mapping of Union Types (Categories).</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4A3E539D-BC9A-9D94-8828-3B87D7997AD8}"/>
              </a:ext>
            </a:extLst>
          </p:cNvPr>
          <p:cNvSpPr>
            <a:spLocks noGrp="1"/>
          </p:cNvSpPr>
          <p:nvPr>
            <p:ph type="title"/>
          </p:nvPr>
        </p:nvSpPr>
        <p:spPr/>
        <p:txBody>
          <a:bodyPr/>
          <a:lstStyle/>
          <a:p>
            <a:r>
              <a:rPr lang="en-US" altLang="en-US" sz="2800" b="1">
                <a:latin typeface="Verdana" panose="020B0604030504040204" pitchFamily="34" charset="0"/>
              </a:rPr>
              <a:t>Figure 9.1   </a:t>
            </a:r>
            <a:r>
              <a:rPr lang="en-US" altLang="en-US" sz="2800">
                <a:latin typeface="Verdana" panose="020B0604030504040204" pitchFamily="34" charset="0"/>
              </a:rPr>
              <a:t>The ER conceptual schema diagram for the COMPANY database.</a:t>
            </a:r>
            <a:endParaRPr lang="en-US" altLang="en-US" i="1">
              <a:latin typeface="Verdana" panose="020B0604030504040204" pitchFamily="34" charset="0"/>
            </a:endParaRPr>
          </a:p>
        </p:txBody>
      </p:sp>
      <p:pic>
        <p:nvPicPr>
          <p:cNvPr id="15363" name="Picture 2" descr="fig09_01.jpg">
            <a:extLst>
              <a:ext uri="{FF2B5EF4-FFF2-40B4-BE49-F238E27FC236}">
                <a16:creationId xmlns:a16="http://schemas.microsoft.com/office/drawing/2014/main" id="{F6EE22E6-2DE4-6655-B18B-C2FC66B371F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600200"/>
            <a:ext cx="56769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Slide Number Placeholder 3">
            <a:extLst>
              <a:ext uri="{FF2B5EF4-FFF2-40B4-BE49-F238E27FC236}">
                <a16:creationId xmlns:a16="http://schemas.microsoft.com/office/drawing/2014/main" id="{2D5DEB7D-39CA-030F-5FE9-6177E22A220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9- 6</a:t>
            </a:r>
            <a:endParaRPr lang="en-CA" altLang="en-US" sz="1400">
              <a:solidFill>
                <a:srgbClr val="990033"/>
              </a:solidFill>
            </a:endParaRPr>
          </a:p>
        </p:txBody>
      </p:sp>
    </p:spTree>
  </p:cSld>
  <p:clrMapOvr>
    <a:masterClrMapping/>
  </p:clrMapOvr>
  <p:transition spd="med"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F42DA491-5AEA-EAB8-C298-219DF59C5C8F}"/>
              </a:ext>
            </a:extLst>
          </p:cNvPr>
          <p:cNvSpPr>
            <a:spLocks noGrp="1"/>
          </p:cNvSpPr>
          <p:nvPr>
            <p:ph type="title"/>
          </p:nvPr>
        </p:nvSpPr>
        <p:spPr>
          <a:xfrm>
            <a:off x="1752601" y="493714"/>
            <a:ext cx="7796213" cy="992187"/>
          </a:xfrm>
        </p:spPr>
        <p:txBody>
          <a:bodyPr/>
          <a:lstStyle/>
          <a:p>
            <a:r>
              <a:rPr lang="en-US" altLang="en-US" sz="2800" b="1">
                <a:latin typeface="Verdana" panose="020B0604030504040204" pitchFamily="34" charset="0"/>
              </a:rPr>
              <a:t>Figure 9.2</a:t>
            </a:r>
            <a:r>
              <a:rPr lang="en-US" altLang="en-US" sz="2800">
                <a:latin typeface="Verdana" panose="020B0604030504040204" pitchFamily="34" charset="0"/>
              </a:rPr>
              <a:t>   Result of mapping the COMPANY ER schema into a relational database schema.</a:t>
            </a:r>
          </a:p>
        </p:txBody>
      </p:sp>
      <p:pic>
        <p:nvPicPr>
          <p:cNvPr id="29699" name="Picture 2" descr="fig09_02.jpg">
            <a:extLst>
              <a:ext uri="{FF2B5EF4-FFF2-40B4-BE49-F238E27FC236}">
                <a16:creationId xmlns:a16="http://schemas.microsoft.com/office/drawing/2014/main" id="{34077988-21B1-D717-0580-5139C1E3C46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22539" y="1524000"/>
            <a:ext cx="700722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Slide Number Placeholder 3">
            <a:extLst>
              <a:ext uri="{FF2B5EF4-FFF2-40B4-BE49-F238E27FC236}">
                <a16:creationId xmlns:a16="http://schemas.microsoft.com/office/drawing/2014/main" id="{BFF2FCED-579E-D6BF-7B65-65774F044E9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9- 13</a:t>
            </a:r>
            <a:endParaRPr lang="en-CA" altLang="en-US" sz="1400">
              <a:solidFill>
                <a:srgbClr val="990033"/>
              </a:solidFill>
            </a:endParaRPr>
          </a:p>
        </p:txBody>
      </p:sp>
    </p:spTree>
  </p:cSld>
  <p:clrMapOvr>
    <a:masterClrMapping/>
  </p:clrMapOvr>
  <p:transition spd="med"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29D2486D-5CD5-1F85-AFDB-C9CFFD2CAE7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a:t>
            </a:r>
            <a:fld id="{570FDA10-ABFC-6F44-A2CE-F2B6757440C7}" type="slidenum">
              <a:rPr lang="en-US" altLang="en-US" sz="1400">
                <a:solidFill>
                  <a:srgbClr val="990033"/>
                </a:solidFill>
              </a:rPr>
              <a:pPr>
                <a:spcBef>
                  <a:spcPct val="0"/>
                </a:spcBef>
                <a:buClrTx/>
                <a:buSzTx/>
                <a:buFontTx/>
                <a:buNone/>
              </a:pPr>
              <a:t>21</a:t>
            </a:fld>
            <a:endParaRPr lang="en-CA" altLang="en-US" sz="1400">
              <a:solidFill>
                <a:srgbClr val="990033"/>
              </a:solidFill>
            </a:endParaRPr>
          </a:p>
        </p:txBody>
      </p:sp>
      <p:sp>
        <p:nvSpPr>
          <p:cNvPr id="30723" name="Rectangle 2">
            <a:extLst>
              <a:ext uri="{FF2B5EF4-FFF2-40B4-BE49-F238E27FC236}">
                <a16:creationId xmlns:a16="http://schemas.microsoft.com/office/drawing/2014/main" id="{0EB1BF79-E4CE-18AD-C5F6-749D86CEF7D1}"/>
              </a:ext>
            </a:extLst>
          </p:cNvPr>
          <p:cNvSpPr>
            <a:spLocks noGrp="1" noChangeArrowheads="1"/>
          </p:cNvSpPr>
          <p:nvPr>
            <p:ph type="title"/>
          </p:nvPr>
        </p:nvSpPr>
        <p:spPr>
          <a:xfrm>
            <a:off x="2057400" y="471488"/>
            <a:ext cx="7924800" cy="1439862"/>
          </a:xfrm>
        </p:spPr>
        <p:txBody>
          <a:bodyPr anchor="t"/>
          <a:lstStyle/>
          <a:p>
            <a:pPr eaLnBrk="1" hangingPunct="1"/>
            <a:r>
              <a:rPr lang="en-US" altLang="en-US" sz="2400" b="1"/>
              <a:t>FIGURE 3.17</a:t>
            </a:r>
            <a:br>
              <a:rPr lang="en-US" altLang="en-US" sz="2800" b="1"/>
            </a:br>
            <a:r>
              <a:rPr lang="en-US" altLang="en-US" sz="2800" b="1"/>
              <a:t>TERNARY RELATIONSHIP: SUPPLY</a:t>
            </a:r>
            <a:br>
              <a:rPr lang="en-US" altLang="en-US" sz="2800" b="1"/>
            </a:br>
            <a:endParaRPr lang="en-US" altLang="en-US" sz="2800" b="1"/>
          </a:p>
        </p:txBody>
      </p:sp>
      <p:pic>
        <p:nvPicPr>
          <p:cNvPr id="30724" name="Picture 3">
            <a:extLst>
              <a:ext uri="{FF2B5EF4-FFF2-40B4-BE49-F238E27FC236}">
                <a16:creationId xmlns:a16="http://schemas.microsoft.com/office/drawing/2014/main" id="{F111993B-2BE6-1A6F-80F1-3B29C8788C5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09800" y="1911350"/>
            <a:ext cx="7772400" cy="2654300"/>
          </a:xfr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C6DECDA9-740D-15EC-2978-04E5751838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a:t>
            </a:r>
            <a:fld id="{F86607C9-E2CC-4643-897C-755B3373B9C6}" type="slidenum">
              <a:rPr lang="en-US" altLang="en-US" sz="1400">
                <a:solidFill>
                  <a:srgbClr val="990033"/>
                </a:solidFill>
              </a:rPr>
              <a:pPr>
                <a:spcBef>
                  <a:spcPct val="0"/>
                </a:spcBef>
                <a:buClrTx/>
                <a:buSzTx/>
                <a:buFontTx/>
                <a:buNone/>
              </a:pPr>
              <a:t>22</a:t>
            </a:fld>
            <a:endParaRPr lang="en-CA" altLang="en-US" sz="1400">
              <a:solidFill>
                <a:srgbClr val="990033"/>
              </a:solidFill>
            </a:endParaRPr>
          </a:p>
        </p:txBody>
      </p:sp>
      <p:sp>
        <p:nvSpPr>
          <p:cNvPr id="32771" name="Rectangle 2">
            <a:extLst>
              <a:ext uri="{FF2B5EF4-FFF2-40B4-BE49-F238E27FC236}">
                <a16:creationId xmlns:a16="http://schemas.microsoft.com/office/drawing/2014/main" id="{2DE075B4-8FEE-A147-7312-9D5C6F631A80}"/>
              </a:ext>
            </a:extLst>
          </p:cNvPr>
          <p:cNvSpPr>
            <a:spLocks noGrp="1" noChangeArrowheads="1"/>
          </p:cNvSpPr>
          <p:nvPr>
            <p:ph type="title"/>
          </p:nvPr>
        </p:nvSpPr>
        <p:spPr>
          <a:xfrm>
            <a:off x="2286000" y="344488"/>
            <a:ext cx="8382000" cy="1027112"/>
          </a:xfrm>
        </p:spPr>
        <p:txBody>
          <a:bodyPr anchor="t"/>
          <a:lstStyle/>
          <a:p>
            <a:pPr eaLnBrk="1" hangingPunct="1"/>
            <a:br>
              <a:rPr lang="en-US" altLang="en-US" sz="1800" b="1"/>
            </a:br>
            <a:r>
              <a:rPr lang="en-US" altLang="en-US" sz="2800" b="1"/>
              <a:t>Mapping the </a:t>
            </a:r>
            <a:r>
              <a:rPr lang="en-US" altLang="en-US" sz="2800" b="1" i="1"/>
              <a:t>n</a:t>
            </a:r>
            <a:r>
              <a:rPr lang="en-US" altLang="en-US" sz="2800" b="1"/>
              <a:t>-ary relationship type SUPPLY </a:t>
            </a:r>
          </a:p>
        </p:txBody>
      </p:sp>
      <p:pic>
        <p:nvPicPr>
          <p:cNvPr id="32772" name="Picture 2" descr="fig09_04.jpg">
            <a:extLst>
              <a:ext uri="{FF2B5EF4-FFF2-40B4-BE49-F238E27FC236}">
                <a16:creationId xmlns:a16="http://schemas.microsoft.com/office/drawing/2014/main" id="{7C5BA3A7-713C-8A2F-D715-B9ED1A3D93F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3200400" y="1828801"/>
            <a:ext cx="5257800" cy="4506913"/>
          </a:xfrm>
          <a:noFill/>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9B10BC7B-85F2-38D3-DA0E-B296DF550E8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a:t>
            </a:r>
            <a:fld id="{1CE3D22B-240D-6147-B84B-F5FB5E6D9194}" type="slidenum">
              <a:rPr lang="en-US" altLang="en-US" sz="1400">
                <a:solidFill>
                  <a:srgbClr val="990033"/>
                </a:solidFill>
              </a:rPr>
              <a:pPr>
                <a:spcBef>
                  <a:spcPct val="0"/>
                </a:spcBef>
                <a:buClrTx/>
                <a:buSzTx/>
                <a:buFontTx/>
                <a:buNone/>
              </a:pPr>
              <a:t>23</a:t>
            </a:fld>
            <a:endParaRPr lang="en-CA" altLang="en-US" sz="1400">
              <a:solidFill>
                <a:srgbClr val="990033"/>
              </a:solidFill>
            </a:endParaRPr>
          </a:p>
        </p:txBody>
      </p:sp>
      <p:sp>
        <p:nvSpPr>
          <p:cNvPr id="44035" name="Rectangle 2">
            <a:extLst>
              <a:ext uri="{FF2B5EF4-FFF2-40B4-BE49-F238E27FC236}">
                <a16:creationId xmlns:a16="http://schemas.microsoft.com/office/drawing/2014/main" id="{42E6A49B-9961-C0CB-41E1-F761F95CD8A2}"/>
              </a:ext>
            </a:extLst>
          </p:cNvPr>
          <p:cNvSpPr>
            <a:spLocks noGrp="1" noChangeArrowheads="1"/>
          </p:cNvSpPr>
          <p:nvPr>
            <p:ph type="title"/>
          </p:nvPr>
        </p:nvSpPr>
        <p:spPr>
          <a:xfrm>
            <a:off x="2057400" y="200025"/>
            <a:ext cx="7620000" cy="914400"/>
          </a:xfrm>
        </p:spPr>
        <p:txBody>
          <a:bodyPr anchor="t"/>
          <a:lstStyle/>
          <a:p>
            <a:pPr eaLnBrk="1" hangingPunct="1"/>
            <a:r>
              <a:rPr lang="en-US" altLang="en-US" sz="2400" b="1"/>
              <a:t>FIGURE 4.4</a:t>
            </a:r>
            <a:br>
              <a:rPr lang="en-US" altLang="en-US" sz="2400"/>
            </a:br>
            <a:r>
              <a:rPr lang="en-US" altLang="en-US" sz="2400"/>
              <a:t>EER diagram notation for an attribute-defined specialization on JobType</a:t>
            </a:r>
            <a:r>
              <a:rPr lang="en-US" altLang="en-US" sz="1800"/>
              <a:t>.</a:t>
            </a:r>
            <a:endParaRPr lang="en-US" altLang="en-US"/>
          </a:p>
        </p:txBody>
      </p:sp>
      <p:pic>
        <p:nvPicPr>
          <p:cNvPr id="44036" name="Picture 3">
            <a:extLst>
              <a:ext uri="{FF2B5EF4-FFF2-40B4-BE49-F238E27FC236}">
                <a16:creationId xmlns:a16="http://schemas.microsoft.com/office/drawing/2014/main" id="{5DE66D48-B714-F27B-F4E6-A9DBD74F47E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267200" y="1647826"/>
            <a:ext cx="5697538" cy="4600575"/>
          </a:xfr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E015FD77-6B53-E507-DD34-849005BC4A2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a:t>
            </a:r>
            <a:fld id="{62F9A987-56CB-824E-B1CB-06A0A5605E88}" type="slidenum">
              <a:rPr lang="en-US" altLang="en-US" sz="1400">
                <a:solidFill>
                  <a:srgbClr val="990033"/>
                </a:solidFill>
              </a:rPr>
              <a:pPr>
                <a:spcBef>
                  <a:spcPct val="0"/>
                </a:spcBef>
                <a:buClrTx/>
                <a:buSzTx/>
                <a:buFontTx/>
                <a:buNone/>
              </a:pPr>
              <a:t>24</a:t>
            </a:fld>
            <a:endParaRPr lang="en-CA" altLang="en-US" sz="1400">
              <a:solidFill>
                <a:srgbClr val="990033"/>
              </a:solidFill>
            </a:endParaRPr>
          </a:p>
        </p:txBody>
      </p:sp>
      <p:sp>
        <p:nvSpPr>
          <p:cNvPr id="37891" name="Rectangle 4">
            <a:extLst>
              <a:ext uri="{FF2B5EF4-FFF2-40B4-BE49-F238E27FC236}">
                <a16:creationId xmlns:a16="http://schemas.microsoft.com/office/drawing/2014/main" id="{EC24A0BC-6F1D-D63F-4336-3ED577AA927A}"/>
              </a:ext>
            </a:extLst>
          </p:cNvPr>
          <p:cNvSpPr>
            <a:spLocks noGrp="1" noChangeArrowheads="1"/>
          </p:cNvSpPr>
          <p:nvPr>
            <p:ph type="title"/>
          </p:nvPr>
        </p:nvSpPr>
        <p:spPr/>
        <p:txBody>
          <a:bodyPr/>
          <a:lstStyle/>
          <a:p>
            <a:pPr eaLnBrk="1" hangingPunct="1"/>
            <a:r>
              <a:rPr lang="en-US" altLang="en-US" sz="3200"/>
              <a:t>Mapping EER Model Constructs to Relations </a:t>
            </a:r>
          </a:p>
        </p:txBody>
      </p:sp>
      <p:sp>
        <p:nvSpPr>
          <p:cNvPr id="37892" name="Rectangle 5">
            <a:extLst>
              <a:ext uri="{FF2B5EF4-FFF2-40B4-BE49-F238E27FC236}">
                <a16:creationId xmlns:a16="http://schemas.microsoft.com/office/drawing/2014/main" id="{7BF3F860-B373-D6A8-75D2-05AC3770AA8B}"/>
              </a:ext>
            </a:extLst>
          </p:cNvPr>
          <p:cNvSpPr>
            <a:spLocks noGrp="1" noChangeArrowheads="1"/>
          </p:cNvSpPr>
          <p:nvPr>
            <p:ph type="body" idx="1"/>
          </p:nvPr>
        </p:nvSpPr>
        <p:spPr>
          <a:noFill/>
        </p:spPr>
        <p:txBody>
          <a:bodyPr/>
          <a:lstStyle/>
          <a:p>
            <a:pPr eaLnBrk="1" hangingPunct="1">
              <a:lnSpc>
                <a:spcPct val="90000"/>
              </a:lnSpc>
            </a:pPr>
            <a:r>
              <a:rPr lang="en-US" altLang="en-US" b="1"/>
              <a:t>Step8: Options for Mapping Specialization or Generalization.</a:t>
            </a:r>
          </a:p>
          <a:p>
            <a:pPr lvl="1" eaLnBrk="1" hangingPunct="1">
              <a:lnSpc>
                <a:spcPct val="90000"/>
              </a:lnSpc>
            </a:pPr>
            <a:r>
              <a:rPr lang="en-US" altLang="en-US" sz="2500"/>
              <a:t>Convert each specialization with m subclasses {S1, S2,….,Sm} and generalized superclass C, where the attributes of C are {k,a1,…an} and k is the (primary) key, into relational schemas using one of the four following options:</a:t>
            </a:r>
          </a:p>
          <a:p>
            <a:pPr lvl="2" eaLnBrk="1" hangingPunct="1">
              <a:lnSpc>
                <a:spcPct val="90000"/>
              </a:lnSpc>
            </a:pPr>
            <a:r>
              <a:rPr lang="en-US" altLang="en-US"/>
              <a:t>Option 8A: Multiple relations-Superclass and subclasses</a:t>
            </a:r>
          </a:p>
          <a:p>
            <a:pPr lvl="2" eaLnBrk="1" hangingPunct="1">
              <a:lnSpc>
                <a:spcPct val="90000"/>
              </a:lnSpc>
            </a:pPr>
            <a:r>
              <a:rPr lang="en-US" altLang="en-US"/>
              <a:t>Option 8B: Multiple relations-Subclass relations only</a:t>
            </a:r>
          </a:p>
          <a:p>
            <a:pPr lvl="2" eaLnBrk="1" hangingPunct="1">
              <a:lnSpc>
                <a:spcPct val="80000"/>
              </a:lnSpc>
            </a:pPr>
            <a:r>
              <a:rPr lang="en-US" altLang="en-US"/>
              <a:t>Option 8C: Single relation with one type attribute</a:t>
            </a:r>
          </a:p>
          <a:p>
            <a:pPr lvl="2" eaLnBrk="1" hangingPunct="1">
              <a:lnSpc>
                <a:spcPct val="80000"/>
              </a:lnSpc>
            </a:pPr>
            <a:r>
              <a:rPr lang="en-US" altLang="en-US"/>
              <a:t>Option 8D: Single relation with multiple type attributes</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a:extLst>
              <a:ext uri="{FF2B5EF4-FFF2-40B4-BE49-F238E27FC236}">
                <a16:creationId xmlns:a16="http://schemas.microsoft.com/office/drawing/2014/main" id="{14D5A746-3262-04ED-27F2-57448F8F0D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9- </a:t>
            </a:r>
            <a:fld id="{0B592DD1-C39C-B341-BA01-DB040F68757A}" type="slidenum">
              <a:rPr lang="en-US" altLang="en-US" sz="1400">
                <a:solidFill>
                  <a:srgbClr val="990033"/>
                </a:solidFill>
              </a:rPr>
              <a:pPr>
                <a:spcBef>
                  <a:spcPct val="0"/>
                </a:spcBef>
                <a:buClrTx/>
                <a:buSzTx/>
                <a:buFontTx/>
                <a:buNone/>
              </a:pPr>
              <a:t>25</a:t>
            </a:fld>
            <a:endParaRPr lang="en-CA" altLang="en-US" sz="1400">
              <a:solidFill>
                <a:srgbClr val="990033"/>
              </a:solidFill>
            </a:endParaRPr>
          </a:p>
        </p:txBody>
      </p:sp>
      <p:pic>
        <p:nvPicPr>
          <p:cNvPr id="46083" name="Picture 2">
            <a:extLst>
              <a:ext uri="{FF2B5EF4-FFF2-40B4-BE49-F238E27FC236}">
                <a16:creationId xmlns:a16="http://schemas.microsoft.com/office/drawing/2014/main" id="{DDE99029-BC99-43BB-FC10-1EAFC502F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2573338"/>
            <a:ext cx="8105775" cy="198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3">
            <a:extLst>
              <a:ext uri="{FF2B5EF4-FFF2-40B4-BE49-F238E27FC236}">
                <a16:creationId xmlns:a16="http://schemas.microsoft.com/office/drawing/2014/main" id="{18373B3A-123C-10D2-0B27-ED2E46EF166E}"/>
              </a:ext>
            </a:extLst>
          </p:cNvPr>
          <p:cNvSpPr>
            <a:spLocks noChangeArrowheads="1"/>
          </p:cNvSpPr>
          <p:nvPr/>
        </p:nvSpPr>
        <p:spPr bwMode="auto">
          <a:xfrm>
            <a:off x="1985964" y="358776"/>
            <a:ext cx="837723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defRPr/>
            </a:pPr>
            <a:r>
              <a:rPr lang="en-US" altLang="en-US" sz="1800" dirty="0">
                <a:solidFill>
                  <a:srgbClr val="800000"/>
                </a:solidFill>
                <a:ea typeface="MS PGothic" panose="020B0600070205080204" pitchFamily="34" charset="-128"/>
              </a:rPr>
              <a:t> </a:t>
            </a:r>
            <a:r>
              <a:rPr lang="en-US" altLang="en-US" sz="2400" b="1" dirty="0">
                <a:solidFill>
                  <a:srgbClr val="800000"/>
                </a:solidFill>
                <a:latin typeface="+mj-lt"/>
                <a:ea typeface="MS PGothic" panose="020B0600070205080204" pitchFamily="34" charset="-128"/>
              </a:rPr>
              <a:t>Mapping the EER schema in Figure 4.4 using option 8A </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8F0C499A-5444-478B-6CD1-D0FF3C8D5118}"/>
              </a:ext>
            </a:extLst>
          </p:cNvPr>
          <p:cNvSpPr>
            <a:spLocks noGrp="1" noChangeArrowheads="1"/>
          </p:cNvSpPr>
          <p:nvPr>
            <p:ph type="title"/>
          </p:nvPr>
        </p:nvSpPr>
        <p:spPr/>
        <p:txBody>
          <a:bodyPr/>
          <a:lstStyle/>
          <a:p>
            <a:r>
              <a:rPr lang="en-US" altLang="en-US"/>
              <a:t> </a:t>
            </a:r>
          </a:p>
        </p:txBody>
      </p:sp>
      <p:sp>
        <p:nvSpPr>
          <p:cNvPr id="3" name="Content Placeholder 2">
            <a:extLst>
              <a:ext uri="{FF2B5EF4-FFF2-40B4-BE49-F238E27FC236}">
                <a16:creationId xmlns:a16="http://schemas.microsoft.com/office/drawing/2014/main" id="{8A106C60-1088-0CD1-8B12-5DDDA4CFE86A}"/>
              </a:ext>
            </a:extLst>
          </p:cNvPr>
          <p:cNvSpPr>
            <a:spLocks noGrp="1"/>
          </p:cNvSpPr>
          <p:nvPr>
            <p:ph idx="1"/>
          </p:nvPr>
        </p:nvSpPr>
        <p:spPr>
          <a:xfrm>
            <a:off x="1752600" y="1066800"/>
            <a:ext cx="8294688" cy="4572000"/>
          </a:xfrm>
        </p:spPr>
        <p:txBody>
          <a:bodyPr/>
          <a:lstStyle/>
          <a:p>
            <a:endParaRPr lang="en-US" altLang="en-TW"/>
          </a:p>
          <a:p>
            <a:endParaRPr lang="en-US" altLang="en-TW"/>
          </a:p>
          <a:p>
            <a:endParaRPr lang="en-US" altLang="en-TW"/>
          </a:p>
          <a:p>
            <a:pPr algn="ctr">
              <a:buFont typeface="Wingdings" pitchFamily="2" charset="2"/>
              <a:buNone/>
            </a:pPr>
            <a:r>
              <a:rPr lang="en-US" altLang="en-TW" sz="3200" b="1"/>
              <a:t>CHAPTER 8</a:t>
            </a:r>
          </a:p>
          <a:p>
            <a:pPr algn="ctr">
              <a:buFont typeface="Wingdings" pitchFamily="2" charset="2"/>
              <a:buNone/>
            </a:pPr>
            <a:endParaRPr lang="en-US" altLang="en-TW" sz="3200" b="1"/>
          </a:p>
          <a:p>
            <a:pPr algn="ctr">
              <a:buFont typeface="Wingdings" pitchFamily="2" charset="2"/>
              <a:buNone/>
            </a:pPr>
            <a:r>
              <a:rPr lang="en-US" altLang="en-TW" sz="3600" b="1"/>
              <a:t>The Relational Algebra</a:t>
            </a:r>
          </a:p>
        </p:txBody>
      </p:sp>
      <p:sp>
        <p:nvSpPr>
          <p:cNvPr id="17411" name="Slide Number Placeholder 3">
            <a:extLst>
              <a:ext uri="{FF2B5EF4-FFF2-40B4-BE49-F238E27FC236}">
                <a16:creationId xmlns:a16="http://schemas.microsoft.com/office/drawing/2014/main" id="{B41F9CE8-1A8B-56CC-19B5-7A48724FF0C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8- 2</a:t>
            </a:r>
            <a:endParaRPr lang="en-CA" altLang="en-US" sz="1400">
              <a:solidFill>
                <a:srgbClr val="990033"/>
              </a:solidFill>
            </a:endParaRPr>
          </a:p>
        </p:txBody>
      </p:sp>
    </p:spTree>
    <p:extLst>
      <p:ext uri="{BB962C8B-B14F-4D97-AF65-F5344CB8AC3E}">
        <p14:creationId xmlns:p14="http://schemas.microsoft.com/office/powerpoint/2010/main" val="42891382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776180BD-6162-4F37-4DEF-C40D6266D77E}"/>
              </a:ext>
            </a:extLst>
          </p:cNvPr>
          <p:cNvSpPr>
            <a:spLocks noGrp="1" noChangeArrowheads="1"/>
          </p:cNvSpPr>
          <p:nvPr>
            <p:ph type="title"/>
          </p:nvPr>
        </p:nvSpPr>
        <p:spPr>
          <a:xfrm>
            <a:off x="1752601" y="-149225"/>
            <a:ext cx="7796213" cy="1143000"/>
          </a:xfrm>
        </p:spPr>
        <p:txBody>
          <a:bodyPr/>
          <a:lstStyle/>
          <a:p>
            <a:pPr>
              <a:defRPr/>
            </a:pPr>
            <a:r>
              <a:rPr lang="en-US" altLang="en-US" sz="2800" dirty="0">
                <a:effectLst>
                  <a:outerShdw blurRad="38100" dist="38100" dir="2700000" algn="tl">
                    <a:srgbClr val="C0C0C0"/>
                  </a:outerShdw>
                </a:effectLst>
                <a:ea typeface="MS PGothic" panose="020B0600070205080204" pitchFamily="34" charset="-128"/>
              </a:rPr>
              <a:t>Database Schema of Instructor</a:t>
            </a:r>
          </a:p>
        </p:txBody>
      </p:sp>
      <p:sp>
        <p:nvSpPr>
          <p:cNvPr id="9218" name="Rectangle 3">
            <a:extLst>
              <a:ext uri="{FF2B5EF4-FFF2-40B4-BE49-F238E27FC236}">
                <a16:creationId xmlns:a16="http://schemas.microsoft.com/office/drawing/2014/main" id="{70AFD7E7-1A45-70DF-8742-BC3E279971F5}"/>
              </a:ext>
            </a:extLst>
          </p:cNvPr>
          <p:cNvSpPr>
            <a:spLocks noGrp="1" noChangeArrowheads="1"/>
          </p:cNvSpPr>
          <p:nvPr>
            <p:ph type="body" idx="1"/>
          </p:nvPr>
        </p:nvSpPr>
        <p:spPr>
          <a:xfrm>
            <a:off x="2298700" y="1416050"/>
            <a:ext cx="7594600" cy="1709738"/>
          </a:xfrm>
        </p:spPr>
        <p:txBody>
          <a:bodyPr/>
          <a:lstStyle/>
          <a:p>
            <a:r>
              <a:rPr lang="en-US" altLang="en-US" sz="1700">
                <a:sym typeface="Symbol" pitchFamily="2" charset="2"/>
              </a:rPr>
              <a:t>Example:</a:t>
            </a:r>
          </a:p>
          <a:p>
            <a:pPr lvl="1"/>
            <a:r>
              <a:rPr lang="en-US" altLang="en-US" sz="1700">
                <a:sym typeface="Symbol" pitchFamily="2" charset="2"/>
              </a:rPr>
              <a:t> i</a:t>
            </a:r>
            <a:r>
              <a:rPr lang="en-US" altLang="en-US" sz="1700" i="1">
                <a:sym typeface="Symbol" pitchFamily="2" charset="2"/>
              </a:rPr>
              <a:t>nstructor</a:t>
            </a:r>
            <a:r>
              <a:rPr lang="en-US" altLang="en-US" sz="1700">
                <a:sym typeface="Symbol" pitchFamily="2" charset="2"/>
              </a:rPr>
              <a:t> (</a:t>
            </a:r>
            <a:r>
              <a:rPr lang="en-US" altLang="en-US" sz="1700" i="1">
                <a:sym typeface="Symbol" pitchFamily="2" charset="2"/>
              </a:rPr>
              <a:t>ID, name, dept_name, salary</a:t>
            </a:r>
            <a:r>
              <a:rPr lang="en-US" altLang="en-US" sz="1700">
                <a:sym typeface="Symbol" pitchFamily="2" charset="2"/>
              </a:rPr>
              <a:t>)</a:t>
            </a:r>
          </a:p>
          <a:p>
            <a:pPr lvl="1">
              <a:buFont typeface="Wingdings" pitchFamily="2" charset="2"/>
              <a:buNone/>
            </a:pPr>
            <a:endParaRPr lang="en-US" altLang="en-US" sz="1700">
              <a:sym typeface="Symbol" pitchFamily="2" charset="2"/>
            </a:endParaRPr>
          </a:p>
        </p:txBody>
      </p:sp>
      <p:pic>
        <p:nvPicPr>
          <p:cNvPr id="29699" name="Graphic 5">
            <a:extLst>
              <a:ext uri="{FF2B5EF4-FFF2-40B4-BE49-F238E27FC236}">
                <a16:creationId xmlns:a16="http://schemas.microsoft.com/office/drawing/2014/main" id="{60DE656C-029B-57A5-F307-E41825E3B2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 b="12196"/>
          <a:stretch>
            <a:fillRect/>
          </a:stretch>
        </p:blipFill>
        <p:spPr bwMode="auto">
          <a:xfrm>
            <a:off x="3352800" y="2463801"/>
            <a:ext cx="5029200"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405999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24E27E8A-EC38-6961-E0C9-517AE6184C86}"/>
              </a:ext>
            </a:extLst>
          </p:cNvPr>
          <p:cNvSpPr>
            <a:spLocks noGrp="1" noChangeArrowheads="1"/>
          </p:cNvSpPr>
          <p:nvPr>
            <p:ph type="title"/>
          </p:nvPr>
        </p:nvSpPr>
        <p:spPr>
          <a:xfrm>
            <a:off x="1844676" y="180975"/>
            <a:ext cx="7796213" cy="992188"/>
          </a:xfrm>
        </p:spPr>
        <p:txBody>
          <a:bodyPr/>
          <a:lstStyle/>
          <a:p>
            <a:r>
              <a:rPr lang="en-US" altLang="en-US" sz="2800"/>
              <a:t>Select Operation</a:t>
            </a:r>
          </a:p>
        </p:txBody>
      </p:sp>
      <p:sp>
        <p:nvSpPr>
          <p:cNvPr id="8194" name="Rectangle 3">
            <a:extLst>
              <a:ext uri="{FF2B5EF4-FFF2-40B4-BE49-F238E27FC236}">
                <a16:creationId xmlns:a16="http://schemas.microsoft.com/office/drawing/2014/main" id="{D42C5AAE-E977-4414-9DAA-E9D115D40CEF}"/>
              </a:ext>
            </a:extLst>
          </p:cNvPr>
          <p:cNvSpPr>
            <a:spLocks noGrp="1" noChangeArrowheads="1"/>
          </p:cNvSpPr>
          <p:nvPr>
            <p:ph type="body" idx="1"/>
          </p:nvPr>
        </p:nvSpPr>
        <p:spPr>
          <a:xfrm>
            <a:off x="2292350" y="1828800"/>
            <a:ext cx="7461250" cy="2971800"/>
          </a:xfrm>
        </p:spPr>
        <p:txBody>
          <a:bodyPr/>
          <a:lstStyle/>
          <a:p>
            <a:pPr>
              <a:lnSpc>
                <a:spcPct val="90000"/>
              </a:lnSpc>
              <a:tabLst>
                <a:tab pos="1658938" algn="l"/>
                <a:tab pos="3149600" algn="ctr"/>
                <a:tab pos="3425825" algn="l"/>
              </a:tabLst>
            </a:pPr>
            <a:r>
              <a:rPr lang="en-US" altLang="en-US" sz="1700"/>
              <a:t>The  </a:t>
            </a:r>
            <a:r>
              <a:rPr lang="en-US" altLang="en-US" sz="1700" b="1"/>
              <a:t>selec</a:t>
            </a:r>
            <a:r>
              <a:rPr lang="en-US" altLang="en-US" sz="1700"/>
              <a:t>t operation selects tuples that satisfy a given predicate.</a:t>
            </a:r>
          </a:p>
          <a:p>
            <a:pPr>
              <a:lnSpc>
                <a:spcPct val="90000"/>
              </a:lnSpc>
              <a:tabLst>
                <a:tab pos="1658938" algn="l"/>
                <a:tab pos="3149600" algn="ctr"/>
                <a:tab pos="3425825" algn="l"/>
              </a:tabLst>
            </a:pPr>
            <a:r>
              <a:rPr lang="en-US" altLang="en-US" sz="1700"/>
              <a:t>Notation:  </a:t>
            </a:r>
            <a:r>
              <a:rPr lang="en-US" altLang="en-US" sz="1700" i="1">
                <a:sym typeface="Symbol" pitchFamily="2" charset="2"/>
              </a:rPr>
              <a:t></a:t>
            </a:r>
            <a:r>
              <a:rPr lang="en-US" altLang="en-US" sz="1700">
                <a:sym typeface="Symbol" pitchFamily="2" charset="2"/>
              </a:rPr>
              <a:t> </a:t>
            </a:r>
            <a:r>
              <a:rPr lang="en-US" altLang="en-US" sz="1700" i="1" baseline="-25000">
                <a:sym typeface="Symbol" pitchFamily="2" charset="2"/>
              </a:rPr>
              <a:t>p </a:t>
            </a:r>
            <a:r>
              <a:rPr lang="en-US" altLang="en-US" sz="1700">
                <a:sym typeface="Symbol" pitchFamily="2" charset="2"/>
              </a:rPr>
              <a:t>(</a:t>
            </a:r>
            <a:r>
              <a:rPr lang="en-US" altLang="en-US" sz="1700" i="1">
                <a:sym typeface="Symbol" pitchFamily="2" charset="2"/>
              </a:rPr>
              <a:t>r</a:t>
            </a:r>
            <a:r>
              <a:rPr lang="en-US" altLang="en-US" sz="1700">
                <a:sym typeface="Symbol" pitchFamily="2" charset="2"/>
              </a:rPr>
              <a:t>)</a:t>
            </a:r>
          </a:p>
          <a:p>
            <a:pPr>
              <a:lnSpc>
                <a:spcPct val="90000"/>
              </a:lnSpc>
              <a:tabLst>
                <a:tab pos="1658938" algn="l"/>
                <a:tab pos="3149600" algn="ctr"/>
                <a:tab pos="3425825" algn="l"/>
              </a:tabLst>
            </a:pPr>
            <a:r>
              <a:rPr lang="en-US" altLang="en-US" sz="1700" i="1">
                <a:sym typeface="Symbol" pitchFamily="2" charset="2"/>
              </a:rPr>
              <a:t>p</a:t>
            </a:r>
            <a:r>
              <a:rPr lang="en-US" altLang="en-US" sz="1700">
                <a:sym typeface="Symbol" pitchFamily="2" charset="2"/>
              </a:rPr>
              <a:t> is called the </a:t>
            </a:r>
            <a:r>
              <a:rPr lang="en-US" altLang="en-US" sz="1700" b="1">
                <a:solidFill>
                  <a:srgbClr val="002060"/>
                </a:solidFill>
                <a:sym typeface="Symbol" pitchFamily="2" charset="2"/>
              </a:rPr>
              <a:t>selection predicate</a:t>
            </a:r>
          </a:p>
          <a:p>
            <a:pPr>
              <a:lnSpc>
                <a:spcPct val="90000"/>
              </a:lnSpc>
              <a:tabLst>
                <a:tab pos="1658938" algn="l"/>
                <a:tab pos="3149600" algn="ctr"/>
                <a:tab pos="3425825" algn="l"/>
              </a:tabLst>
            </a:pPr>
            <a:r>
              <a:rPr lang="en-US" altLang="en-US" sz="1700">
                <a:sym typeface="Symbol" pitchFamily="2" charset="2"/>
              </a:rPr>
              <a:t>Example: select those tuples of the </a:t>
            </a:r>
            <a:r>
              <a:rPr lang="en-US" altLang="en-US" sz="1700" i="1">
                <a:sym typeface="Symbol" pitchFamily="2" charset="2"/>
              </a:rPr>
              <a:t>instructor</a:t>
            </a:r>
            <a:r>
              <a:rPr lang="en-US" altLang="en-US" sz="1700">
                <a:sym typeface="Symbol" pitchFamily="2" charset="2"/>
              </a:rPr>
              <a:t>  relation where the instructor is in the “Physics” department.</a:t>
            </a:r>
          </a:p>
          <a:p>
            <a:pPr lvl="1">
              <a:lnSpc>
                <a:spcPct val="90000"/>
              </a:lnSpc>
              <a:tabLst>
                <a:tab pos="1658938" algn="l"/>
                <a:tab pos="3149600" algn="ctr"/>
                <a:tab pos="3425825" algn="l"/>
              </a:tabLst>
            </a:pPr>
            <a:r>
              <a:rPr lang="en-US" altLang="en-US" sz="1700">
                <a:sym typeface="Symbol" pitchFamily="2" charset="2"/>
              </a:rPr>
              <a:t>Query</a:t>
            </a:r>
          </a:p>
          <a:p>
            <a:pPr lvl="1">
              <a:lnSpc>
                <a:spcPct val="90000"/>
              </a:lnSpc>
              <a:buNone/>
              <a:tabLst>
                <a:tab pos="1658938" algn="l"/>
                <a:tab pos="3149600" algn="ctr"/>
                <a:tab pos="3425825" algn="l"/>
              </a:tabLst>
            </a:pPr>
            <a:r>
              <a:rPr lang="en-US" altLang="en-US" sz="800">
                <a:sym typeface="Symbol" pitchFamily="2" charset="2"/>
              </a:rPr>
              <a:t> </a:t>
            </a:r>
            <a:br>
              <a:rPr lang="en-US" altLang="en-US" sz="1700">
                <a:sym typeface="Symbol" pitchFamily="2" charset="2"/>
              </a:rPr>
            </a:br>
            <a:r>
              <a:rPr lang="en-US" altLang="en-US" sz="1700">
                <a:sym typeface="Symbol" pitchFamily="2" charset="2"/>
              </a:rPr>
              <a:t>  	</a:t>
            </a:r>
            <a:r>
              <a:rPr lang="en-US" altLang="en-US" sz="1900" i="1">
                <a:sym typeface="Symbol" pitchFamily="2" charset="2"/>
              </a:rPr>
              <a:t></a:t>
            </a:r>
            <a:r>
              <a:rPr lang="en-US" altLang="en-US" sz="1900">
                <a:sym typeface="Symbol" pitchFamily="2" charset="2"/>
              </a:rPr>
              <a:t> </a:t>
            </a:r>
            <a:r>
              <a:rPr lang="en-US" altLang="en-US" sz="1900" i="1" baseline="-25000">
                <a:sym typeface="Symbol" pitchFamily="2" charset="2"/>
              </a:rPr>
              <a:t>dept_name=</a:t>
            </a:r>
            <a:r>
              <a:rPr lang="ja-JP" altLang="en-US" sz="1900" i="1" baseline="-25000">
                <a:sym typeface="Symbol" pitchFamily="2" charset="2"/>
              </a:rPr>
              <a:t>“</a:t>
            </a:r>
            <a:r>
              <a:rPr lang="en-US" altLang="ja-JP" sz="1900" i="1" baseline="-25000">
                <a:sym typeface="Symbol" pitchFamily="2" charset="2"/>
              </a:rPr>
              <a:t>Physics” </a:t>
            </a:r>
            <a:r>
              <a:rPr lang="en-US" altLang="ja-JP" sz="1700">
                <a:sym typeface="Symbol" pitchFamily="2" charset="2"/>
              </a:rPr>
              <a:t>(</a:t>
            </a:r>
            <a:r>
              <a:rPr lang="en-US" altLang="ja-JP" sz="1700" i="1">
                <a:sym typeface="Symbol" pitchFamily="2" charset="2"/>
              </a:rPr>
              <a:t>instructor</a:t>
            </a:r>
            <a:r>
              <a:rPr lang="en-US" altLang="ja-JP" sz="1700">
                <a:sym typeface="Symbol" pitchFamily="2" charset="2"/>
              </a:rPr>
              <a:t>)</a:t>
            </a:r>
          </a:p>
          <a:p>
            <a:pPr lvl="1">
              <a:lnSpc>
                <a:spcPct val="90000"/>
              </a:lnSpc>
              <a:buNone/>
              <a:tabLst>
                <a:tab pos="1658938" algn="l"/>
                <a:tab pos="3149600" algn="ctr"/>
                <a:tab pos="3425825" algn="l"/>
              </a:tabLst>
            </a:pPr>
            <a:r>
              <a:rPr lang="en-US" altLang="en-US" sz="800">
                <a:sym typeface="Symbol" pitchFamily="2" charset="2"/>
              </a:rPr>
              <a:t> </a:t>
            </a:r>
          </a:p>
          <a:p>
            <a:pPr lvl="1">
              <a:lnSpc>
                <a:spcPct val="90000"/>
              </a:lnSpc>
              <a:tabLst>
                <a:tab pos="1658938" algn="l"/>
                <a:tab pos="3149600" algn="ctr"/>
                <a:tab pos="3425825" algn="l"/>
              </a:tabLst>
            </a:pPr>
            <a:r>
              <a:rPr lang="en-US" altLang="en-US" sz="1700">
                <a:sym typeface="Symbol" pitchFamily="2" charset="2"/>
              </a:rPr>
              <a:t>Result</a:t>
            </a:r>
          </a:p>
        </p:txBody>
      </p:sp>
      <p:pic>
        <p:nvPicPr>
          <p:cNvPr id="34819" name="Graphic 2">
            <a:extLst>
              <a:ext uri="{FF2B5EF4-FFF2-40B4-BE49-F238E27FC236}">
                <a16:creationId xmlns:a16="http://schemas.microsoft.com/office/drawing/2014/main" id="{49004473-9FB5-94AB-A1E1-ECB97CB8F1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1857"/>
          <a:stretch>
            <a:fillRect/>
          </a:stretch>
        </p:blipFill>
        <p:spPr bwMode="auto">
          <a:xfrm>
            <a:off x="3276601" y="4876801"/>
            <a:ext cx="4932363"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402380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3">
            <a:extLst>
              <a:ext uri="{FF2B5EF4-FFF2-40B4-BE49-F238E27FC236}">
                <a16:creationId xmlns:a16="http://schemas.microsoft.com/office/drawing/2014/main" id="{6EE38B2E-6090-0F4B-7878-CB0387584B7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977EFA12-DD1F-1C4E-85D7-2736E2BC49D6}" type="slidenum">
              <a:rPr lang="en-US" altLang="en-US" sz="1400">
                <a:solidFill>
                  <a:srgbClr val="990033"/>
                </a:solidFill>
              </a:rPr>
              <a:pPr>
                <a:spcBef>
                  <a:spcPct val="0"/>
                </a:spcBef>
                <a:buClrTx/>
                <a:buSzTx/>
                <a:buFontTx/>
                <a:buNone/>
              </a:pPr>
              <a:t>29</a:t>
            </a:fld>
            <a:endParaRPr lang="en-CA" altLang="en-US" sz="1400">
              <a:solidFill>
                <a:srgbClr val="990033"/>
              </a:solidFill>
            </a:endParaRPr>
          </a:p>
        </p:txBody>
      </p:sp>
      <p:sp>
        <p:nvSpPr>
          <p:cNvPr id="25602" name="Rectangle 2">
            <a:extLst>
              <a:ext uri="{FF2B5EF4-FFF2-40B4-BE49-F238E27FC236}">
                <a16:creationId xmlns:a16="http://schemas.microsoft.com/office/drawing/2014/main" id="{4BC20634-A34A-3124-7B78-45D9A30545C3}"/>
              </a:ext>
            </a:extLst>
          </p:cNvPr>
          <p:cNvSpPr>
            <a:spLocks noGrp="1" noChangeArrowheads="1"/>
          </p:cNvSpPr>
          <p:nvPr>
            <p:ph type="title"/>
          </p:nvPr>
        </p:nvSpPr>
        <p:spPr>
          <a:noFill/>
        </p:spPr>
        <p:txBody>
          <a:bodyPr/>
          <a:lstStyle/>
          <a:p>
            <a:pPr eaLnBrk="1" hangingPunct="1"/>
            <a:r>
              <a:rPr lang="en-US" altLang="en-US" sz="3200"/>
              <a:t>COMPANY Schema</a:t>
            </a:r>
          </a:p>
        </p:txBody>
      </p:sp>
      <p:sp>
        <p:nvSpPr>
          <p:cNvPr id="25603" name="Rectangle 3">
            <a:extLst>
              <a:ext uri="{FF2B5EF4-FFF2-40B4-BE49-F238E27FC236}">
                <a16:creationId xmlns:a16="http://schemas.microsoft.com/office/drawing/2014/main" id="{5A3C79E1-A105-7633-63DA-DFF2225FC35C}"/>
              </a:ext>
            </a:extLst>
          </p:cNvPr>
          <p:cNvSpPr>
            <a:spLocks noGrp="1" noChangeArrowheads="1"/>
          </p:cNvSpPr>
          <p:nvPr>
            <p:ph type="body" idx="1"/>
          </p:nvPr>
        </p:nvSpPr>
        <p:spPr/>
        <p:txBody>
          <a:bodyPr/>
          <a:lstStyle/>
          <a:p>
            <a:pPr eaLnBrk="1" hangingPunct="1"/>
            <a:r>
              <a:rPr lang="en-US" altLang="en-US" sz="2000"/>
              <a:t>.</a:t>
            </a:r>
          </a:p>
          <a:p>
            <a:pPr eaLnBrk="1" hangingPunct="1"/>
            <a:endParaRPr lang="en-US" altLang="en-US" sz="2000"/>
          </a:p>
        </p:txBody>
      </p:sp>
      <p:pic>
        <p:nvPicPr>
          <p:cNvPr id="25604" name="Picture 6" descr="fig05_07">
            <a:extLst>
              <a:ext uri="{FF2B5EF4-FFF2-40B4-BE49-F238E27FC236}">
                <a16:creationId xmlns:a16="http://schemas.microsoft.com/office/drawing/2014/main" id="{E2BD49DD-5BA5-1C06-7CA3-8BA687BDC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1720850"/>
            <a:ext cx="5995988" cy="445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3747660"/>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2">
            <a:extLst>
              <a:ext uri="{FF2B5EF4-FFF2-40B4-BE49-F238E27FC236}">
                <a16:creationId xmlns:a16="http://schemas.microsoft.com/office/drawing/2014/main" id="{7E466AB7-F852-55F0-8FA3-508D1BFCC69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1CCD7C4C-1751-1D4F-81B2-2B5AA5587B24}" type="slidenum">
              <a:rPr lang="en-US" altLang="en-US" sz="1400">
                <a:solidFill>
                  <a:srgbClr val="990033"/>
                </a:solidFill>
              </a:rPr>
              <a:pPr>
                <a:spcBef>
                  <a:spcPct val="0"/>
                </a:spcBef>
                <a:buClrTx/>
                <a:buSzTx/>
                <a:buFontTx/>
                <a:buNone/>
              </a:pPr>
              <a:t>30</a:t>
            </a:fld>
            <a:endParaRPr lang="en-CA" altLang="en-US" sz="1400">
              <a:solidFill>
                <a:srgbClr val="990033"/>
              </a:solidFill>
            </a:endParaRPr>
          </a:p>
        </p:txBody>
      </p:sp>
      <p:sp>
        <p:nvSpPr>
          <p:cNvPr id="27650" name="Rectangle 5">
            <a:extLst>
              <a:ext uri="{FF2B5EF4-FFF2-40B4-BE49-F238E27FC236}">
                <a16:creationId xmlns:a16="http://schemas.microsoft.com/office/drawing/2014/main" id="{2AE7AE53-1E19-54D6-A956-59DE35B99E3C}"/>
              </a:ext>
            </a:extLst>
          </p:cNvPr>
          <p:cNvSpPr>
            <a:spLocks noGrp="1" noChangeArrowheads="1"/>
          </p:cNvSpPr>
          <p:nvPr>
            <p:ph type="title"/>
          </p:nvPr>
        </p:nvSpPr>
        <p:spPr>
          <a:noFill/>
        </p:spPr>
        <p:txBody>
          <a:bodyPr/>
          <a:lstStyle/>
          <a:p>
            <a:pPr eaLnBrk="1" hangingPunct="1"/>
            <a:r>
              <a:rPr lang="en-US" altLang="en-US" sz="3200"/>
              <a:t>The following query results refer to this database state</a:t>
            </a:r>
          </a:p>
        </p:txBody>
      </p:sp>
      <p:sp>
        <p:nvSpPr>
          <p:cNvPr id="27651" name="Rectangle 3">
            <a:extLst>
              <a:ext uri="{FF2B5EF4-FFF2-40B4-BE49-F238E27FC236}">
                <a16:creationId xmlns:a16="http://schemas.microsoft.com/office/drawing/2014/main" id="{CE873CD4-4DAD-4DF1-82D9-D711D55C6FEA}"/>
              </a:ext>
            </a:extLst>
          </p:cNvPr>
          <p:cNvSpPr>
            <a:spLocks noChangeArrowheads="1"/>
          </p:cNvSpPr>
          <p:nvPr/>
        </p:nvSpPr>
        <p:spPr bwMode="auto">
          <a:xfrm>
            <a:off x="3357563" y="13096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sp>
        <p:nvSpPr>
          <p:cNvPr id="27652" name="Rectangle 8">
            <a:extLst>
              <a:ext uri="{FF2B5EF4-FFF2-40B4-BE49-F238E27FC236}">
                <a16:creationId xmlns:a16="http://schemas.microsoft.com/office/drawing/2014/main" id="{242B43B0-E99C-FC1A-3BAA-9C9F392AB20D}"/>
              </a:ext>
            </a:extLst>
          </p:cNvPr>
          <p:cNvSpPr>
            <a:spLocks noChangeArrowheads="1"/>
          </p:cNvSpPr>
          <p:nvPr/>
        </p:nvSpPr>
        <p:spPr bwMode="auto">
          <a:xfrm>
            <a:off x="2590800" y="2286000"/>
            <a:ext cx="72390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27653" name="Picture 9" descr="fig05_06">
            <a:extLst>
              <a:ext uri="{FF2B5EF4-FFF2-40B4-BE49-F238E27FC236}">
                <a16:creationId xmlns:a16="http://schemas.microsoft.com/office/drawing/2014/main" id="{1DE704C5-4101-3459-8545-CCF4EEBB2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1" y="1524000"/>
            <a:ext cx="382746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8703303"/>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3">
            <a:extLst>
              <a:ext uri="{FF2B5EF4-FFF2-40B4-BE49-F238E27FC236}">
                <a16:creationId xmlns:a16="http://schemas.microsoft.com/office/drawing/2014/main" id="{BF652150-0D95-5277-6523-79DBA42B786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EF8C5409-F121-4E4A-A7F7-4E3EF22D0882}" type="slidenum">
              <a:rPr lang="en-US" altLang="en-US" sz="1400">
                <a:solidFill>
                  <a:srgbClr val="990033"/>
                </a:solidFill>
              </a:rPr>
              <a:pPr>
                <a:spcBef>
                  <a:spcPct val="0"/>
                </a:spcBef>
                <a:buClrTx/>
                <a:buSzTx/>
                <a:buFontTx/>
                <a:buNone/>
              </a:pPr>
              <a:t>31</a:t>
            </a:fld>
            <a:endParaRPr lang="en-CA" altLang="en-US" sz="1400">
              <a:solidFill>
                <a:srgbClr val="990033"/>
              </a:solidFill>
            </a:endParaRPr>
          </a:p>
        </p:txBody>
      </p:sp>
      <p:sp>
        <p:nvSpPr>
          <p:cNvPr id="36866" name="Rectangle 4">
            <a:extLst>
              <a:ext uri="{FF2B5EF4-FFF2-40B4-BE49-F238E27FC236}">
                <a16:creationId xmlns:a16="http://schemas.microsoft.com/office/drawing/2014/main" id="{FBE1BE53-459E-FC15-754B-3BF4530B9C8D}"/>
              </a:ext>
            </a:extLst>
          </p:cNvPr>
          <p:cNvSpPr>
            <a:spLocks noGrp="1" noChangeArrowheads="1"/>
          </p:cNvSpPr>
          <p:nvPr>
            <p:ph type="title"/>
          </p:nvPr>
        </p:nvSpPr>
        <p:spPr>
          <a:noFill/>
        </p:spPr>
        <p:txBody>
          <a:bodyPr/>
          <a:lstStyle/>
          <a:p>
            <a:pPr eaLnBrk="1" hangingPunct="1"/>
            <a:r>
              <a:rPr lang="en-US" altLang="en-US" sz="3200"/>
              <a:t>SELECT Example </a:t>
            </a:r>
          </a:p>
        </p:txBody>
      </p:sp>
      <p:sp>
        <p:nvSpPr>
          <p:cNvPr id="35843" name="Rectangle 5">
            <a:extLst>
              <a:ext uri="{FF2B5EF4-FFF2-40B4-BE49-F238E27FC236}">
                <a16:creationId xmlns:a16="http://schemas.microsoft.com/office/drawing/2014/main" id="{D441ED80-15F2-995F-DF46-4341C8FDD792}"/>
              </a:ext>
            </a:extLst>
          </p:cNvPr>
          <p:cNvSpPr>
            <a:spLocks noGrp="1" noChangeArrowheads="1"/>
          </p:cNvSpPr>
          <p:nvPr>
            <p:ph type="body" idx="1"/>
          </p:nvPr>
        </p:nvSpPr>
        <p:spPr/>
        <p:txBody>
          <a:bodyPr/>
          <a:lstStyle/>
          <a:p>
            <a:pPr marL="0" indent="0" eaLnBrk="1" hangingPunct="1">
              <a:lnSpc>
                <a:spcPct val="90000"/>
              </a:lnSpc>
              <a:buNone/>
            </a:pPr>
            <a:endParaRPr lang="en-US" altLang="en-US" sz="2200"/>
          </a:p>
          <a:p>
            <a:pPr marL="0" indent="0" eaLnBrk="1" hangingPunct="1">
              <a:lnSpc>
                <a:spcPct val="90000"/>
              </a:lnSpc>
            </a:pPr>
            <a:r>
              <a:rPr lang="en-US" altLang="en-US" sz="2000"/>
              <a:t>Examples: </a:t>
            </a:r>
          </a:p>
          <a:p>
            <a:pPr lvl="1" eaLnBrk="1" hangingPunct="1">
              <a:lnSpc>
                <a:spcPct val="90000"/>
              </a:lnSpc>
            </a:pPr>
            <a:r>
              <a:rPr lang="en-US" altLang="en-US" sz="2000"/>
              <a:t>Select the EMPLOYEE tuples whose department number is 4:</a:t>
            </a:r>
          </a:p>
          <a:p>
            <a:pPr marL="0" indent="0" algn="ctr" eaLnBrk="1" hangingPunct="1">
              <a:lnSpc>
                <a:spcPct val="90000"/>
              </a:lnSpc>
              <a:buNone/>
            </a:pPr>
            <a:r>
              <a:rPr lang="en-US" altLang="en-US" b="1">
                <a:latin typeface="Symbol" pitchFamily="2" charset="2"/>
              </a:rPr>
              <a:t></a:t>
            </a:r>
            <a:r>
              <a:rPr lang="en-US" altLang="en-US" sz="2000"/>
              <a:t> </a:t>
            </a:r>
            <a:r>
              <a:rPr lang="en-US" altLang="en-US" sz="2000" baseline="-25000"/>
              <a:t>DNO = 4</a:t>
            </a:r>
            <a:r>
              <a:rPr lang="en-US" altLang="en-US" sz="2000"/>
              <a:t> (EMPLOYEE)</a:t>
            </a:r>
          </a:p>
          <a:p>
            <a:pPr lvl="1" eaLnBrk="1" hangingPunct="1">
              <a:lnSpc>
                <a:spcPct val="90000"/>
              </a:lnSpc>
            </a:pPr>
            <a:r>
              <a:rPr lang="en-US" altLang="en-US" sz="2000"/>
              <a:t>Select the employee tuples whose salary is greater than $30,000:</a:t>
            </a:r>
          </a:p>
          <a:p>
            <a:pPr marL="0" indent="0" algn="ctr" eaLnBrk="1" hangingPunct="1">
              <a:lnSpc>
                <a:spcPct val="90000"/>
              </a:lnSpc>
              <a:buNone/>
            </a:pPr>
            <a:r>
              <a:rPr lang="en-US" altLang="en-US" b="1">
                <a:latin typeface="Symbol" pitchFamily="2" charset="2"/>
              </a:rPr>
              <a:t></a:t>
            </a:r>
            <a:r>
              <a:rPr lang="en-US" altLang="en-US" sz="2000"/>
              <a:t> </a:t>
            </a:r>
            <a:r>
              <a:rPr lang="en-US" altLang="en-US" sz="2000" baseline="-25000"/>
              <a:t>SALARY &gt; 30,000</a:t>
            </a:r>
            <a:r>
              <a:rPr lang="en-US" altLang="en-US" sz="2000"/>
              <a:t> (EMPLOYEE)</a:t>
            </a:r>
          </a:p>
        </p:txBody>
      </p:sp>
      <p:pic>
        <p:nvPicPr>
          <p:cNvPr id="36868" name="Picture 1">
            <a:extLst>
              <a:ext uri="{FF2B5EF4-FFF2-40B4-BE49-F238E27FC236}">
                <a16:creationId xmlns:a16="http://schemas.microsoft.com/office/drawing/2014/main" id="{DA40EF6C-8BA7-EB70-CC49-1E8771260B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114" y="4591051"/>
            <a:ext cx="839628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628621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44A03CC4-E919-FF70-BEAC-468B943F2E10}"/>
              </a:ext>
            </a:extLst>
          </p:cNvPr>
          <p:cNvSpPr>
            <a:spLocks noGrp="1" noChangeArrowheads="1"/>
          </p:cNvSpPr>
          <p:nvPr>
            <p:ph type="title"/>
          </p:nvPr>
        </p:nvSpPr>
        <p:spPr/>
        <p:txBody>
          <a:bodyPr/>
          <a:lstStyle/>
          <a:p>
            <a:r>
              <a:rPr lang="en-US" altLang="en-US" sz="2800"/>
              <a:t>Select Operation (Cont.)</a:t>
            </a:r>
          </a:p>
        </p:txBody>
      </p:sp>
      <p:sp>
        <p:nvSpPr>
          <p:cNvPr id="8194" name="Rectangle 3">
            <a:extLst>
              <a:ext uri="{FF2B5EF4-FFF2-40B4-BE49-F238E27FC236}">
                <a16:creationId xmlns:a16="http://schemas.microsoft.com/office/drawing/2014/main" id="{0797BDA3-7545-CE54-92C0-5EB7AB076AED}"/>
              </a:ext>
            </a:extLst>
          </p:cNvPr>
          <p:cNvSpPr>
            <a:spLocks noGrp="1" noChangeArrowheads="1"/>
          </p:cNvSpPr>
          <p:nvPr>
            <p:ph type="body" idx="1"/>
          </p:nvPr>
        </p:nvSpPr>
        <p:spPr>
          <a:xfrm>
            <a:off x="2266950" y="2057400"/>
            <a:ext cx="7658100" cy="4343400"/>
          </a:xfrm>
        </p:spPr>
        <p:txBody>
          <a:bodyPr/>
          <a:lstStyle/>
          <a:p>
            <a:pPr>
              <a:lnSpc>
                <a:spcPct val="90000"/>
              </a:lnSpc>
              <a:tabLst>
                <a:tab pos="1658938" algn="l"/>
                <a:tab pos="3149600" algn="ctr"/>
                <a:tab pos="3425825" algn="l"/>
              </a:tabLst>
            </a:pPr>
            <a:r>
              <a:rPr lang="en-US" altLang="en-US" sz="1700">
                <a:sym typeface="Symbol" pitchFamily="2" charset="2"/>
              </a:rPr>
              <a:t>We allow comparisons using </a:t>
            </a:r>
          </a:p>
          <a:p>
            <a:pPr>
              <a:lnSpc>
                <a:spcPct val="90000"/>
              </a:lnSpc>
              <a:buNone/>
              <a:tabLst>
                <a:tab pos="1658938" algn="l"/>
                <a:tab pos="3149600" algn="ctr"/>
                <a:tab pos="3425825" algn="l"/>
              </a:tabLst>
            </a:pPr>
            <a:r>
              <a:rPr lang="en-US" altLang="en-US" sz="1700">
                <a:sym typeface="Symbol" pitchFamily="2" charset="2"/>
              </a:rPr>
              <a:t>                     =, , &gt;, . &lt;. </a:t>
            </a:r>
          </a:p>
          <a:p>
            <a:pPr>
              <a:lnSpc>
                <a:spcPct val="90000"/>
              </a:lnSpc>
              <a:buNone/>
              <a:tabLst>
                <a:tab pos="1658938" algn="l"/>
                <a:tab pos="3149600" algn="ctr"/>
                <a:tab pos="3425825" algn="l"/>
              </a:tabLst>
            </a:pPr>
            <a:r>
              <a:rPr lang="en-US" altLang="en-US" sz="1700">
                <a:sym typeface="Symbol" pitchFamily="2" charset="2"/>
              </a:rPr>
              <a:t>       in the selection predicate. </a:t>
            </a:r>
          </a:p>
          <a:p>
            <a:pPr>
              <a:lnSpc>
                <a:spcPct val="90000"/>
              </a:lnSpc>
              <a:tabLst>
                <a:tab pos="1658938" algn="l"/>
                <a:tab pos="3149600" algn="ctr"/>
                <a:tab pos="3425825" algn="l"/>
              </a:tabLst>
            </a:pPr>
            <a:r>
              <a:rPr lang="en-US" altLang="en-US" sz="1700">
                <a:sym typeface="Symbol" pitchFamily="2" charset="2"/>
              </a:rPr>
              <a:t>We can combine several predicates into a larger predicate by using the connectives:</a:t>
            </a:r>
          </a:p>
          <a:p>
            <a:pPr>
              <a:lnSpc>
                <a:spcPct val="90000"/>
              </a:lnSpc>
              <a:buNone/>
              <a:tabLst>
                <a:tab pos="1658938" algn="l"/>
                <a:tab pos="3149600" algn="ctr"/>
                <a:tab pos="3425825" algn="l"/>
              </a:tabLst>
            </a:pPr>
            <a:r>
              <a:rPr lang="en-US" altLang="en-US" sz="1700">
                <a:sym typeface="Symbol" pitchFamily="2" charset="2"/>
              </a:rPr>
              <a:t>                    (</a:t>
            </a:r>
            <a:r>
              <a:rPr lang="en-US" altLang="en-US" sz="1700" b="1">
                <a:sym typeface="Symbol" pitchFamily="2" charset="2"/>
              </a:rPr>
              <a:t>and</a:t>
            </a:r>
            <a:r>
              <a:rPr lang="en-US" altLang="en-US" sz="1700">
                <a:sym typeface="Symbol" pitchFamily="2" charset="2"/>
              </a:rPr>
              <a:t>),  (</a:t>
            </a:r>
            <a:r>
              <a:rPr lang="en-US" altLang="en-US" sz="1700" b="1">
                <a:sym typeface="Symbol" pitchFamily="2" charset="2"/>
              </a:rPr>
              <a:t>or</a:t>
            </a:r>
            <a:r>
              <a:rPr lang="en-US" altLang="en-US" sz="1700">
                <a:sym typeface="Symbol" pitchFamily="2" charset="2"/>
              </a:rPr>
              <a:t>),  (</a:t>
            </a:r>
            <a:r>
              <a:rPr lang="en-US" altLang="en-US" sz="1700" b="1">
                <a:sym typeface="Symbol" pitchFamily="2" charset="2"/>
              </a:rPr>
              <a:t>not</a:t>
            </a:r>
            <a:r>
              <a:rPr lang="en-US" altLang="en-US" sz="1700">
                <a:sym typeface="Symbol" pitchFamily="2" charset="2"/>
              </a:rPr>
              <a:t>)</a:t>
            </a:r>
          </a:p>
          <a:p>
            <a:pPr>
              <a:lnSpc>
                <a:spcPct val="90000"/>
              </a:lnSpc>
              <a:tabLst>
                <a:tab pos="1658938" algn="l"/>
                <a:tab pos="3149600" algn="ctr"/>
                <a:tab pos="3425825" algn="l"/>
              </a:tabLst>
            </a:pPr>
            <a:r>
              <a:rPr lang="en-US" altLang="en-US" sz="1700">
                <a:sym typeface="Symbol" pitchFamily="2" charset="2"/>
              </a:rPr>
              <a:t>Example: Find the instructors in Physics with a salary greater $90,000, we write:</a:t>
            </a:r>
          </a:p>
          <a:p>
            <a:pPr>
              <a:lnSpc>
                <a:spcPct val="90000"/>
              </a:lnSpc>
              <a:buNone/>
              <a:tabLst>
                <a:tab pos="1658938" algn="l"/>
                <a:tab pos="3149600" algn="ctr"/>
                <a:tab pos="3425825" algn="l"/>
              </a:tabLst>
            </a:pPr>
            <a:r>
              <a:rPr lang="en-US" altLang="en-US" sz="800">
                <a:sym typeface="Symbol" pitchFamily="2" charset="2"/>
              </a:rPr>
              <a:t> </a:t>
            </a:r>
            <a:br>
              <a:rPr lang="en-US" altLang="en-US" sz="1700">
                <a:sym typeface="Symbol" pitchFamily="2" charset="2"/>
              </a:rPr>
            </a:br>
            <a:r>
              <a:rPr lang="en-US" altLang="en-US" sz="1700">
                <a:sym typeface="Symbol" pitchFamily="2" charset="2"/>
              </a:rPr>
              <a:t>          </a:t>
            </a:r>
            <a:r>
              <a:rPr lang="en-US" altLang="en-US" i="1">
                <a:sym typeface="Symbol" pitchFamily="2" charset="2"/>
              </a:rPr>
              <a:t></a:t>
            </a:r>
            <a:r>
              <a:rPr lang="en-US" altLang="en-US">
                <a:sym typeface="Symbol" pitchFamily="2" charset="2"/>
              </a:rPr>
              <a:t> </a:t>
            </a:r>
            <a:r>
              <a:rPr lang="en-US" altLang="en-US" sz="1900" i="1" baseline="-25000">
                <a:sym typeface="Symbol" pitchFamily="2" charset="2"/>
              </a:rPr>
              <a:t>dept_name=</a:t>
            </a:r>
            <a:r>
              <a:rPr lang="ja-JP" altLang="en-US" sz="1900" i="1" baseline="-25000">
                <a:sym typeface="Symbol" pitchFamily="2" charset="2"/>
              </a:rPr>
              <a:t>“</a:t>
            </a:r>
            <a:r>
              <a:rPr lang="en-US" altLang="ja-JP" sz="1900" i="1" baseline="-25000">
                <a:sym typeface="Symbol" pitchFamily="2" charset="2"/>
              </a:rPr>
              <a:t>Physics</a:t>
            </a:r>
            <a:r>
              <a:rPr lang="ja-JP" altLang="en-US" sz="1900" i="1" baseline="-25000">
                <a:sym typeface="Symbol" pitchFamily="2" charset="2"/>
              </a:rPr>
              <a:t>” </a:t>
            </a:r>
            <a:r>
              <a:rPr lang="en-US" altLang="en-US" sz="1900">
                <a:sym typeface="Symbol" pitchFamily="2" charset="2"/>
              </a:rPr>
              <a:t></a:t>
            </a:r>
            <a:r>
              <a:rPr lang="ja-JP" altLang="en-US" sz="1900" i="1" baseline="-25000">
                <a:sym typeface="Symbol" pitchFamily="2" charset="2"/>
              </a:rPr>
              <a:t> </a:t>
            </a:r>
            <a:r>
              <a:rPr lang="en-US" altLang="ja-JP" sz="1900" i="1" baseline="-25000">
                <a:sym typeface="Symbol" pitchFamily="2" charset="2"/>
              </a:rPr>
              <a:t>salary &gt;</a:t>
            </a:r>
            <a:r>
              <a:rPr lang="en-US" altLang="ja-JP" sz="1900" i="1">
                <a:sym typeface="Symbol" pitchFamily="2" charset="2"/>
              </a:rPr>
              <a:t> </a:t>
            </a:r>
            <a:r>
              <a:rPr lang="en-US" altLang="ja-JP" sz="1900" i="1" baseline="-25000">
                <a:sym typeface="Symbol" pitchFamily="2" charset="2"/>
              </a:rPr>
              <a:t>90,000</a:t>
            </a:r>
            <a:r>
              <a:rPr lang="en-US" altLang="ja-JP" sz="1900" i="1">
                <a:sym typeface="Symbol" pitchFamily="2" charset="2"/>
              </a:rPr>
              <a:t> </a:t>
            </a:r>
            <a:r>
              <a:rPr lang="en-US" altLang="ja-JP" sz="1700">
                <a:sym typeface="Symbol" pitchFamily="2" charset="2"/>
              </a:rPr>
              <a:t>(</a:t>
            </a:r>
            <a:r>
              <a:rPr lang="en-US" altLang="ja-JP" sz="1700" i="1">
                <a:sym typeface="Symbol" pitchFamily="2" charset="2"/>
              </a:rPr>
              <a:t>instructor</a:t>
            </a:r>
            <a:r>
              <a:rPr lang="en-US" altLang="ja-JP" sz="1700">
                <a:sym typeface="Symbol" pitchFamily="2" charset="2"/>
              </a:rPr>
              <a:t>)</a:t>
            </a:r>
          </a:p>
          <a:p>
            <a:pPr>
              <a:lnSpc>
                <a:spcPct val="90000"/>
              </a:lnSpc>
              <a:buNone/>
              <a:tabLst>
                <a:tab pos="1658938" algn="l"/>
                <a:tab pos="3149600" algn="ctr"/>
                <a:tab pos="3425825" algn="l"/>
              </a:tabLst>
            </a:pPr>
            <a:r>
              <a:rPr lang="en-US" altLang="ja-JP" sz="800" i="1">
                <a:sym typeface="Symbol" pitchFamily="2" charset="2"/>
              </a:rPr>
              <a:t> </a:t>
            </a:r>
          </a:p>
          <a:p>
            <a:pPr>
              <a:lnSpc>
                <a:spcPct val="90000"/>
              </a:lnSpc>
              <a:tabLst>
                <a:tab pos="1658938" algn="l"/>
                <a:tab pos="3149600" algn="ctr"/>
                <a:tab pos="3425825" algn="l"/>
              </a:tabLst>
            </a:pPr>
            <a:r>
              <a:rPr lang="en-US" altLang="en-US" sz="1700">
                <a:sym typeface="Symbol" pitchFamily="2" charset="2"/>
              </a:rPr>
              <a:t>The select predicate may  include comparisons between two attributes. </a:t>
            </a:r>
          </a:p>
          <a:p>
            <a:pPr lvl="1">
              <a:lnSpc>
                <a:spcPct val="90000"/>
              </a:lnSpc>
              <a:tabLst>
                <a:tab pos="1658938" algn="l"/>
                <a:tab pos="3149600" algn="ctr"/>
                <a:tab pos="3425825" algn="l"/>
              </a:tabLst>
            </a:pPr>
            <a:r>
              <a:rPr lang="en-US" altLang="en-US" sz="1700">
                <a:sym typeface="Symbol" pitchFamily="2" charset="2"/>
              </a:rPr>
              <a:t>Example, find all departments whose name is the same as their building name:</a:t>
            </a:r>
          </a:p>
          <a:p>
            <a:pPr lvl="1">
              <a:lnSpc>
                <a:spcPct val="90000"/>
              </a:lnSpc>
              <a:tabLst>
                <a:tab pos="1658938" algn="l"/>
                <a:tab pos="3149600" algn="ctr"/>
                <a:tab pos="3425825" algn="l"/>
              </a:tabLst>
            </a:pPr>
            <a:r>
              <a:rPr lang="en-US" altLang="en-US" sz="1700" i="1">
                <a:sym typeface="Symbol" pitchFamily="2" charset="2"/>
              </a:rPr>
              <a:t> </a:t>
            </a:r>
            <a:r>
              <a:rPr lang="en-US" altLang="en-US" sz="1900" i="1">
                <a:sym typeface="Symbol" pitchFamily="2" charset="2"/>
              </a:rPr>
              <a:t></a:t>
            </a:r>
            <a:r>
              <a:rPr lang="en-US" altLang="en-US" sz="1900">
                <a:sym typeface="Symbol" pitchFamily="2" charset="2"/>
              </a:rPr>
              <a:t> </a:t>
            </a:r>
            <a:r>
              <a:rPr lang="en-US" altLang="en-US" sz="1900" i="1" baseline="-25000">
                <a:sym typeface="Symbol" pitchFamily="2" charset="2"/>
              </a:rPr>
              <a:t>dept_name=</a:t>
            </a:r>
            <a:r>
              <a:rPr lang="en-US" altLang="ja-JP" sz="1900" i="1" baseline="-25000">
                <a:sym typeface="Symbol" pitchFamily="2" charset="2"/>
              </a:rPr>
              <a:t>building</a:t>
            </a:r>
            <a:r>
              <a:rPr lang="en-US" altLang="ja-JP" sz="1900" i="1">
                <a:sym typeface="Symbol" pitchFamily="2" charset="2"/>
              </a:rPr>
              <a:t> </a:t>
            </a:r>
            <a:r>
              <a:rPr lang="ja-JP" altLang="en-US" sz="1900" i="1" baseline="-25000">
                <a:sym typeface="Symbol" pitchFamily="2" charset="2"/>
              </a:rPr>
              <a:t> </a:t>
            </a:r>
            <a:r>
              <a:rPr lang="en-US" altLang="ja-JP" sz="1700">
                <a:sym typeface="Symbol" pitchFamily="2" charset="2"/>
              </a:rPr>
              <a:t>(</a:t>
            </a:r>
            <a:r>
              <a:rPr lang="en-US" altLang="ja-JP" sz="1700" i="1">
                <a:sym typeface="Symbol" pitchFamily="2" charset="2"/>
              </a:rPr>
              <a:t>department</a:t>
            </a:r>
            <a:r>
              <a:rPr lang="en-US" altLang="ja-JP" sz="1700">
                <a:sym typeface="Symbol" pitchFamily="2" charset="2"/>
              </a:rPr>
              <a:t>)</a:t>
            </a:r>
            <a:endParaRPr lang="en-US" altLang="en-US" sz="1700">
              <a:sym typeface="Symbol" pitchFamily="2" charset="2"/>
            </a:endParaRPr>
          </a:p>
        </p:txBody>
      </p:sp>
    </p:spTree>
    <p:extLst>
      <p:ext uri="{BB962C8B-B14F-4D97-AF65-F5344CB8AC3E}">
        <p14:creationId xmlns:p14="http://schemas.microsoft.com/office/powerpoint/2010/main" val="392310922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6A3B3D7D-F58B-140D-90CA-398AC55B6F40}"/>
              </a:ext>
            </a:extLst>
          </p:cNvPr>
          <p:cNvSpPr>
            <a:spLocks noGrp="1" noChangeArrowheads="1"/>
          </p:cNvSpPr>
          <p:nvPr>
            <p:ph type="title"/>
          </p:nvPr>
        </p:nvSpPr>
        <p:spPr/>
        <p:txBody>
          <a:bodyPr/>
          <a:lstStyle/>
          <a:p>
            <a:r>
              <a:rPr lang="en-US" altLang="en-US" sz="2800"/>
              <a:t>Project Operation</a:t>
            </a:r>
          </a:p>
        </p:txBody>
      </p:sp>
      <p:sp>
        <p:nvSpPr>
          <p:cNvPr id="1026" name="Rectangle 3">
            <a:extLst>
              <a:ext uri="{FF2B5EF4-FFF2-40B4-BE49-F238E27FC236}">
                <a16:creationId xmlns:a16="http://schemas.microsoft.com/office/drawing/2014/main" id="{C2158DCA-01D7-2139-3186-4206085D2451}"/>
              </a:ext>
            </a:extLst>
          </p:cNvPr>
          <p:cNvSpPr>
            <a:spLocks noGrp="1" noChangeArrowheads="1"/>
          </p:cNvSpPr>
          <p:nvPr>
            <p:ph type="body" idx="1"/>
          </p:nvPr>
        </p:nvSpPr>
        <p:spPr>
          <a:xfrm>
            <a:off x="2292350" y="1600201"/>
            <a:ext cx="7683500" cy="4354513"/>
          </a:xfrm>
        </p:spPr>
        <p:txBody>
          <a:bodyPr/>
          <a:lstStyle/>
          <a:p>
            <a:pPr>
              <a:lnSpc>
                <a:spcPct val="120000"/>
              </a:lnSpc>
              <a:tabLst>
                <a:tab pos="3257550" algn="ctr"/>
              </a:tabLst>
              <a:defRPr/>
            </a:pPr>
            <a:r>
              <a:rPr lang="en-US" altLang="en-US" sz="1700" dirty="0">
                <a:ea typeface="MS PGothic" panose="020B0600070205080204" pitchFamily="34" charset="-128"/>
              </a:rPr>
              <a:t>A unary operation that returns its argument relation, with certain attributes left out.  </a:t>
            </a:r>
          </a:p>
          <a:p>
            <a:pPr>
              <a:lnSpc>
                <a:spcPct val="120000"/>
              </a:lnSpc>
              <a:tabLst>
                <a:tab pos="3257550" algn="ctr"/>
              </a:tabLst>
              <a:defRPr/>
            </a:pPr>
            <a:r>
              <a:rPr lang="en-US" altLang="en-US" sz="1700" dirty="0">
                <a:ea typeface="MS PGothic" panose="020B0600070205080204" pitchFamily="34" charset="-128"/>
              </a:rPr>
              <a:t>Notation:</a:t>
            </a:r>
          </a:p>
          <a:p>
            <a:pPr>
              <a:lnSpc>
                <a:spcPct val="120000"/>
              </a:lnSpc>
              <a:buNone/>
              <a:tabLst>
                <a:tab pos="3257550" algn="ctr"/>
              </a:tabLst>
              <a:defRPr/>
            </a:pPr>
            <a:r>
              <a:rPr lang="en-US" altLang="en-US" dirty="0">
                <a:ea typeface="MS PGothic" panose="020B0600070205080204" pitchFamily="34" charset="-128"/>
                <a:sym typeface="Symbol" panose="05050102010706020507" pitchFamily="18" charset="2"/>
              </a:rPr>
              <a:t>                   </a:t>
            </a:r>
            <a:r>
              <a:rPr lang="en-US" altLang="en-US" i="1" baseline="-25000" dirty="0">
                <a:ea typeface="MS PGothic" panose="020B0600070205080204" pitchFamily="34" charset="-128"/>
                <a:sym typeface="Symbol" panose="05050102010706020507" pitchFamily="18" charset="2"/>
              </a:rPr>
              <a:t>A</a:t>
            </a:r>
            <a:r>
              <a:rPr lang="en-US" altLang="en-US" i="1" baseline="-50000" dirty="0">
                <a:ea typeface="MS PGothic" panose="020B0600070205080204" pitchFamily="34" charset="-128"/>
                <a:sym typeface="Symbol" panose="05050102010706020507" pitchFamily="18" charset="2"/>
              </a:rPr>
              <a:t>1</a:t>
            </a:r>
            <a:r>
              <a:rPr lang="en-US" altLang="en-US" i="1" baseline="-25000" dirty="0">
                <a:ea typeface="MS PGothic" panose="020B0600070205080204" pitchFamily="34" charset="-128"/>
                <a:sym typeface="Symbol" panose="05050102010706020507" pitchFamily="18" charset="2"/>
              </a:rPr>
              <a:t>,A</a:t>
            </a:r>
            <a:r>
              <a:rPr lang="en-US" altLang="en-US" i="1" baseline="-50000" dirty="0">
                <a:ea typeface="MS PGothic" panose="020B0600070205080204" pitchFamily="34" charset="-128"/>
                <a:sym typeface="Symbol" panose="05050102010706020507" pitchFamily="18" charset="2"/>
              </a:rPr>
              <a:t>2</a:t>
            </a:r>
            <a:r>
              <a:rPr lang="en-US" altLang="en-US" i="1" baseline="-25000" dirty="0">
                <a:ea typeface="MS PGothic" panose="020B0600070205080204" pitchFamily="34" charset="-128"/>
                <a:sym typeface="Symbol" panose="05050102010706020507" pitchFamily="18" charset="2"/>
              </a:rPr>
              <a:t>,A</a:t>
            </a:r>
            <a:r>
              <a:rPr lang="en-US" altLang="en-US" i="1" baseline="-50000" dirty="0">
                <a:ea typeface="MS PGothic" panose="020B0600070205080204" pitchFamily="34" charset="-128"/>
                <a:sym typeface="Symbol" panose="05050102010706020507" pitchFamily="18" charset="2"/>
              </a:rPr>
              <a:t>3</a:t>
            </a:r>
            <a:r>
              <a:rPr lang="en-US" altLang="en-US" i="1" baseline="-25000" dirty="0">
                <a:ea typeface="MS PGothic" panose="020B0600070205080204" pitchFamily="34" charset="-128"/>
                <a:sym typeface="Symbol" panose="05050102010706020507" pitchFamily="18" charset="2"/>
              </a:rPr>
              <a:t> ….</a:t>
            </a:r>
            <a:r>
              <a:rPr lang="en-US" altLang="en-US" i="1" baseline="-25000" dirty="0" err="1">
                <a:ea typeface="MS PGothic" panose="020B0600070205080204" pitchFamily="34" charset="-128"/>
                <a:sym typeface="Symbol" panose="05050102010706020507" pitchFamily="18" charset="2"/>
              </a:rPr>
              <a:t>A</a:t>
            </a:r>
            <a:r>
              <a:rPr lang="en-US" altLang="en-US" i="1" baseline="-50000" dirty="0" err="1">
                <a:ea typeface="MS PGothic" panose="020B0600070205080204" pitchFamily="34" charset="-128"/>
                <a:sym typeface="Symbol" panose="05050102010706020507" pitchFamily="18" charset="2"/>
              </a:rPr>
              <a:t>k</a:t>
            </a:r>
            <a:r>
              <a:rPr lang="en-US" altLang="en-US" i="1" baseline="-25000" dirty="0">
                <a:ea typeface="MS PGothic" panose="020B0600070205080204" pitchFamily="34" charset="-128"/>
                <a:sym typeface="Symbol" panose="05050102010706020507" pitchFamily="18" charset="2"/>
              </a:rPr>
              <a:t> </a:t>
            </a:r>
            <a:r>
              <a:rPr lang="en-US" altLang="en-US" baseline="-25000" dirty="0">
                <a:ea typeface="MS PGothic" panose="020B0600070205080204" pitchFamily="34" charset="-128"/>
              </a:rPr>
              <a:t> </a:t>
            </a:r>
            <a:r>
              <a:rPr lang="en-US" altLang="en-US" sz="1700" dirty="0">
                <a:ea typeface="MS PGothic" panose="020B0600070205080204" pitchFamily="34" charset="-128"/>
              </a:rPr>
              <a:t>(</a:t>
            </a:r>
            <a:r>
              <a:rPr lang="en-US" altLang="en-US" sz="1700" i="1" dirty="0">
                <a:ea typeface="MS PGothic" panose="020B0600070205080204" pitchFamily="34" charset="-128"/>
              </a:rPr>
              <a:t>r</a:t>
            </a:r>
            <a:r>
              <a:rPr lang="en-US" altLang="ja-JP" sz="1700" dirty="0">
                <a:ea typeface="MS PGothic" panose="020B0600070205080204" pitchFamily="34" charset="-128"/>
                <a:sym typeface="Symbol" panose="05050102010706020507" pitchFamily="18" charset="2"/>
              </a:rPr>
              <a:t>)</a:t>
            </a:r>
            <a:r>
              <a:rPr lang="en-US" altLang="en-US" sz="1700" dirty="0">
                <a:solidFill>
                  <a:schemeClr val="bg1">
                    <a:lumMod val="50000"/>
                  </a:schemeClr>
                </a:solidFill>
                <a:ea typeface="MS PGothic" panose="020B0600070205080204" pitchFamily="34" charset="-128"/>
              </a:rPr>
              <a:t>	</a:t>
            </a:r>
          </a:p>
          <a:p>
            <a:pPr>
              <a:lnSpc>
                <a:spcPct val="120000"/>
              </a:lnSpc>
              <a:buNone/>
              <a:tabLst>
                <a:tab pos="3257550" algn="ctr"/>
              </a:tabLst>
              <a:defRPr/>
            </a:pPr>
            <a:r>
              <a:rPr lang="en-US" altLang="en-US" sz="1700" dirty="0">
                <a:ea typeface="MS PGothic" panose="020B0600070205080204" pitchFamily="34" charset="-128"/>
              </a:rPr>
              <a:t>	where </a:t>
            </a:r>
            <a:r>
              <a:rPr lang="en-US" altLang="en-US" sz="1700" i="1" dirty="0">
                <a:ea typeface="MS PGothic" panose="020B0600070205080204" pitchFamily="34" charset="-128"/>
              </a:rPr>
              <a:t>A</a:t>
            </a:r>
            <a:r>
              <a:rPr lang="en-US" altLang="en-US" sz="1700" i="1" baseline="-25000" dirty="0">
                <a:ea typeface="MS PGothic" panose="020B0600070205080204" pitchFamily="34" charset="-128"/>
              </a:rPr>
              <a:t>1</a:t>
            </a:r>
            <a:r>
              <a:rPr lang="en-US" altLang="en-US" sz="1700" i="1" dirty="0">
                <a:ea typeface="MS PGothic" panose="020B0600070205080204" pitchFamily="34" charset="-128"/>
              </a:rPr>
              <a:t>, A</a:t>
            </a:r>
            <a:r>
              <a:rPr lang="en-US" altLang="en-US" sz="1700" i="1" baseline="-25000" dirty="0">
                <a:ea typeface="MS PGothic" panose="020B0600070205080204" pitchFamily="34" charset="-128"/>
              </a:rPr>
              <a:t>2</a:t>
            </a:r>
            <a:r>
              <a:rPr lang="en-US" altLang="en-US" sz="1700" dirty="0">
                <a:ea typeface="MS PGothic" panose="020B0600070205080204" pitchFamily="34" charset="-128"/>
              </a:rPr>
              <a:t>,  …, </a:t>
            </a:r>
            <a:r>
              <a:rPr lang="en-US" altLang="en-US" sz="1700" i="1" dirty="0" err="1">
                <a:ea typeface="MS PGothic" panose="020B0600070205080204" pitchFamily="34" charset="-128"/>
              </a:rPr>
              <a:t>A</a:t>
            </a:r>
            <a:r>
              <a:rPr lang="en-US" altLang="en-US" sz="1700" i="1" baseline="-25000" dirty="0" err="1">
                <a:ea typeface="MS PGothic" panose="020B0600070205080204" pitchFamily="34" charset="-128"/>
              </a:rPr>
              <a:t>k</a:t>
            </a:r>
            <a:r>
              <a:rPr lang="en-US" altLang="en-US" sz="1700" dirty="0">
                <a:ea typeface="MS PGothic" panose="020B0600070205080204" pitchFamily="34" charset="-128"/>
              </a:rPr>
              <a:t>  are attribute names and </a:t>
            </a:r>
            <a:r>
              <a:rPr lang="en-US" altLang="en-US" sz="1700" i="1" dirty="0">
                <a:ea typeface="MS PGothic" panose="020B0600070205080204" pitchFamily="34" charset="-128"/>
              </a:rPr>
              <a:t>r</a:t>
            </a:r>
            <a:r>
              <a:rPr lang="en-US" altLang="en-US" sz="1700" dirty="0">
                <a:ea typeface="MS PGothic" panose="020B0600070205080204" pitchFamily="34" charset="-128"/>
              </a:rPr>
              <a:t> is a relation name.</a:t>
            </a:r>
          </a:p>
          <a:p>
            <a:pPr>
              <a:tabLst>
                <a:tab pos="3257550" algn="ctr"/>
              </a:tabLst>
              <a:defRPr/>
            </a:pPr>
            <a:r>
              <a:rPr lang="en-US" altLang="en-US" sz="1700" dirty="0">
                <a:ea typeface="MS PGothic" panose="020B0600070205080204" pitchFamily="34" charset="-128"/>
              </a:rPr>
              <a:t>The result is defined as the relation of </a:t>
            </a:r>
            <a:r>
              <a:rPr lang="en-US" altLang="en-US" sz="1700" i="1" dirty="0">
                <a:ea typeface="MS PGothic" panose="020B0600070205080204" pitchFamily="34" charset="-128"/>
              </a:rPr>
              <a:t>k</a:t>
            </a:r>
            <a:r>
              <a:rPr lang="en-US" altLang="en-US" sz="1700" dirty="0">
                <a:ea typeface="MS PGothic" panose="020B0600070205080204" pitchFamily="34" charset="-128"/>
              </a:rPr>
              <a:t> columns obtained by erasing the columns that are not listed</a:t>
            </a:r>
          </a:p>
          <a:p>
            <a:pPr>
              <a:tabLst>
                <a:tab pos="3257550" algn="ctr"/>
              </a:tabLst>
              <a:defRPr/>
            </a:pPr>
            <a:r>
              <a:rPr lang="en-US" altLang="en-US" sz="1700" dirty="0">
                <a:solidFill>
                  <a:srgbClr val="FF0000"/>
                </a:solidFill>
                <a:ea typeface="MS PGothic" panose="020B0600070205080204" pitchFamily="34" charset="-128"/>
              </a:rPr>
              <a:t>Duplicate rows removed </a:t>
            </a:r>
            <a:r>
              <a:rPr lang="en-US" altLang="en-US" sz="1700" dirty="0">
                <a:ea typeface="MS PGothic" panose="020B0600070205080204" pitchFamily="34" charset="-128"/>
              </a:rPr>
              <a:t>from result, since relations are </a:t>
            </a:r>
            <a:r>
              <a:rPr lang="en-US" altLang="en-US" sz="1700" dirty="0">
                <a:solidFill>
                  <a:srgbClr val="FF0000"/>
                </a:solidFill>
                <a:ea typeface="MS PGothic" panose="020B0600070205080204" pitchFamily="34" charset="-128"/>
              </a:rPr>
              <a:t>sets</a:t>
            </a:r>
          </a:p>
        </p:txBody>
      </p:sp>
    </p:spTree>
    <p:extLst>
      <p:ext uri="{BB962C8B-B14F-4D97-AF65-F5344CB8AC3E}">
        <p14:creationId xmlns:p14="http://schemas.microsoft.com/office/powerpoint/2010/main" val="923498861"/>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0C547B56-AA9D-1ED9-71FD-22B7004FA097}"/>
              </a:ext>
            </a:extLst>
          </p:cNvPr>
          <p:cNvSpPr>
            <a:spLocks noGrp="1" noChangeArrowheads="1"/>
          </p:cNvSpPr>
          <p:nvPr>
            <p:ph type="title"/>
          </p:nvPr>
        </p:nvSpPr>
        <p:spPr>
          <a:xfrm>
            <a:off x="1752601" y="-149225"/>
            <a:ext cx="7796213" cy="1143000"/>
          </a:xfrm>
        </p:spPr>
        <p:txBody>
          <a:bodyPr/>
          <a:lstStyle/>
          <a:p>
            <a:pPr>
              <a:defRPr/>
            </a:pPr>
            <a:r>
              <a:rPr lang="en-US" altLang="en-US" sz="2800" dirty="0">
                <a:effectLst>
                  <a:outerShdw blurRad="38100" dist="38100" dir="2700000" algn="tl">
                    <a:srgbClr val="C0C0C0"/>
                  </a:outerShdw>
                </a:effectLst>
                <a:ea typeface="MS PGothic" panose="020B0600070205080204" pitchFamily="34" charset="-128"/>
              </a:rPr>
              <a:t>Database Schema of Instructor</a:t>
            </a:r>
          </a:p>
        </p:txBody>
      </p:sp>
      <p:sp>
        <p:nvSpPr>
          <p:cNvPr id="9218" name="Rectangle 3">
            <a:extLst>
              <a:ext uri="{FF2B5EF4-FFF2-40B4-BE49-F238E27FC236}">
                <a16:creationId xmlns:a16="http://schemas.microsoft.com/office/drawing/2014/main" id="{C4EFA1A0-3FAA-C00D-1712-3141A7427C68}"/>
              </a:ext>
            </a:extLst>
          </p:cNvPr>
          <p:cNvSpPr>
            <a:spLocks noGrp="1" noChangeArrowheads="1"/>
          </p:cNvSpPr>
          <p:nvPr>
            <p:ph type="body" idx="1"/>
          </p:nvPr>
        </p:nvSpPr>
        <p:spPr>
          <a:xfrm>
            <a:off x="2298700" y="1416050"/>
            <a:ext cx="7594600" cy="1709738"/>
          </a:xfrm>
        </p:spPr>
        <p:txBody>
          <a:bodyPr/>
          <a:lstStyle/>
          <a:p>
            <a:r>
              <a:rPr lang="en-US" altLang="en-US" sz="1700">
                <a:sym typeface="Symbol" pitchFamily="2" charset="2"/>
              </a:rPr>
              <a:t>Example:</a:t>
            </a:r>
          </a:p>
          <a:p>
            <a:pPr lvl="1"/>
            <a:r>
              <a:rPr lang="en-US" altLang="en-US" sz="1700">
                <a:sym typeface="Symbol" pitchFamily="2" charset="2"/>
              </a:rPr>
              <a:t> i</a:t>
            </a:r>
            <a:r>
              <a:rPr lang="en-US" altLang="en-US" sz="1700" i="1">
                <a:sym typeface="Symbol" pitchFamily="2" charset="2"/>
              </a:rPr>
              <a:t>nstructor</a:t>
            </a:r>
            <a:r>
              <a:rPr lang="en-US" altLang="en-US" sz="1700">
                <a:sym typeface="Symbol" pitchFamily="2" charset="2"/>
              </a:rPr>
              <a:t> (</a:t>
            </a:r>
            <a:r>
              <a:rPr lang="en-US" altLang="en-US" sz="1700" i="1">
                <a:sym typeface="Symbol" pitchFamily="2" charset="2"/>
              </a:rPr>
              <a:t>ID, name, dept_name, salary</a:t>
            </a:r>
            <a:r>
              <a:rPr lang="en-US" altLang="en-US" sz="1700">
                <a:sym typeface="Symbol" pitchFamily="2" charset="2"/>
              </a:rPr>
              <a:t>)</a:t>
            </a:r>
          </a:p>
          <a:p>
            <a:pPr lvl="1">
              <a:buFont typeface="Wingdings" pitchFamily="2" charset="2"/>
              <a:buNone/>
            </a:pPr>
            <a:endParaRPr lang="en-US" altLang="en-US" sz="1700">
              <a:sym typeface="Symbol" pitchFamily="2" charset="2"/>
            </a:endParaRPr>
          </a:p>
        </p:txBody>
      </p:sp>
      <p:pic>
        <p:nvPicPr>
          <p:cNvPr id="43011" name="Graphic 5">
            <a:extLst>
              <a:ext uri="{FF2B5EF4-FFF2-40B4-BE49-F238E27FC236}">
                <a16:creationId xmlns:a16="http://schemas.microsoft.com/office/drawing/2014/main" id="{77B59C15-8DEE-468D-D9EF-C0296E4EA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 b="12196"/>
          <a:stretch>
            <a:fillRect/>
          </a:stretch>
        </p:blipFill>
        <p:spPr bwMode="auto">
          <a:xfrm>
            <a:off x="3352800" y="2463801"/>
            <a:ext cx="5029200"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108345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0C547B56-AA9D-1ED9-71FD-22B7004FA097}"/>
              </a:ext>
            </a:extLst>
          </p:cNvPr>
          <p:cNvSpPr>
            <a:spLocks noGrp="1" noChangeArrowheads="1"/>
          </p:cNvSpPr>
          <p:nvPr>
            <p:ph type="title"/>
          </p:nvPr>
        </p:nvSpPr>
        <p:spPr>
          <a:xfrm>
            <a:off x="1752601" y="-149225"/>
            <a:ext cx="7796213" cy="1143000"/>
          </a:xfrm>
        </p:spPr>
        <p:txBody>
          <a:bodyPr/>
          <a:lstStyle/>
          <a:p>
            <a:pPr>
              <a:defRPr/>
            </a:pPr>
            <a:r>
              <a:rPr lang="en-US" altLang="en-US" sz="2800" dirty="0">
                <a:effectLst>
                  <a:outerShdw blurRad="38100" dist="38100" dir="2700000" algn="tl">
                    <a:srgbClr val="C0C0C0"/>
                  </a:outerShdw>
                </a:effectLst>
                <a:ea typeface="MS PGothic" panose="020B0600070205080204" pitchFamily="34" charset="-128"/>
              </a:rPr>
              <a:t>Database Schema of Instructor</a:t>
            </a:r>
          </a:p>
        </p:txBody>
      </p:sp>
      <p:sp>
        <p:nvSpPr>
          <p:cNvPr id="9218" name="Rectangle 3">
            <a:extLst>
              <a:ext uri="{FF2B5EF4-FFF2-40B4-BE49-F238E27FC236}">
                <a16:creationId xmlns:a16="http://schemas.microsoft.com/office/drawing/2014/main" id="{C4EFA1A0-3FAA-C00D-1712-3141A7427C68}"/>
              </a:ext>
            </a:extLst>
          </p:cNvPr>
          <p:cNvSpPr>
            <a:spLocks noGrp="1" noChangeArrowheads="1"/>
          </p:cNvSpPr>
          <p:nvPr>
            <p:ph type="body" idx="1"/>
          </p:nvPr>
        </p:nvSpPr>
        <p:spPr>
          <a:xfrm>
            <a:off x="2298700" y="1416050"/>
            <a:ext cx="7594600" cy="1709738"/>
          </a:xfrm>
        </p:spPr>
        <p:txBody>
          <a:bodyPr/>
          <a:lstStyle/>
          <a:p>
            <a:r>
              <a:rPr lang="en-US" altLang="en-US" sz="1700">
                <a:sym typeface="Symbol" pitchFamily="2" charset="2"/>
              </a:rPr>
              <a:t>Example:</a:t>
            </a:r>
          </a:p>
          <a:p>
            <a:pPr lvl="1"/>
            <a:r>
              <a:rPr lang="en-US" altLang="en-US" sz="1700">
                <a:sym typeface="Symbol" pitchFamily="2" charset="2"/>
              </a:rPr>
              <a:t> i</a:t>
            </a:r>
            <a:r>
              <a:rPr lang="en-US" altLang="en-US" sz="1700" i="1">
                <a:sym typeface="Symbol" pitchFamily="2" charset="2"/>
              </a:rPr>
              <a:t>nstructor</a:t>
            </a:r>
            <a:r>
              <a:rPr lang="en-US" altLang="en-US" sz="1700">
                <a:sym typeface="Symbol" pitchFamily="2" charset="2"/>
              </a:rPr>
              <a:t> (</a:t>
            </a:r>
            <a:r>
              <a:rPr lang="en-US" altLang="en-US" sz="1700" i="1">
                <a:sym typeface="Symbol" pitchFamily="2" charset="2"/>
              </a:rPr>
              <a:t>ID, name, dept_name, salary</a:t>
            </a:r>
            <a:r>
              <a:rPr lang="en-US" altLang="en-US" sz="1700">
                <a:sym typeface="Symbol" pitchFamily="2" charset="2"/>
              </a:rPr>
              <a:t>)</a:t>
            </a:r>
          </a:p>
          <a:p>
            <a:pPr lvl="1">
              <a:buFont typeface="Wingdings" pitchFamily="2" charset="2"/>
              <a:buNone/>
            </a:pPr>
            <a:endParaRPr lang="en-US" altLang="en-US" sz="1700">
              <a:sym typeface="Symbol" pitchFamily="2" charset="2"/>
            </a:endParaRPr>
          </a:p>
        </p:txBody>
      </p:sp>
      <p:pic>
        <p:nvPicPr>
          <p:cNvPr id="43011" name="Graphic 5">
            <a:extLst>
              <a:ext uri="{FF2B5EF4-FFF2-40B4-BE49-F238E27FC236}">
                <a16:creationId xmlns:a16="http://schemas.microsoft.com/office/drawing/2014/main" id="{77B59C15-8DEE-468D-D9EF-C0296E4EA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 b="12196"/>
          <a:stretch>
            <a:fillRect/>
          </a:stretch>
        </p:blipFill>
        <p:spPr bwMode="auto">
          <a:xfrm>
            <a:off x="3352800" y="2463801"/>
            <a:ext cx="5029200"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277869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8D400181-91F9-60B8-F39B-CABD0321BC6F}"/>
              </a:ext>
            </a:extLst>
          </p:cNvPr>
          <p:cNvSpPr>
            <a:spLocks noGrp="1" noChangeArrowheads="1"/>
          </p:cNvSpPr>
          <p:nvPr>
            <p:ph type="title"/>
          </p:nvPr>
        </p:nvSpPr>
        <p:spPr/>
        <p:txBody>
          <a:bodyPr/>
          <a:lstStyle/>
          <a:p>
            <a:r>
              <a:rPr lang="en-US" altLang="en-US" sz="2800"/>
              <a:t>Project Operation Example</a:t>
            </a:r>
          </a:p>
        </p:txBody>
      </p:sp>
      <p:sp>
        <p:nvSpPr>
          <p:cNvPr id="45058" name="Rectangle 3">
            <a:extLst>
              <a:ext uri="{FF2B5EF4-FFF2-40B4-BE49-F238E27FC236}">
                <a16:creationId xmlns:a16="http://schemas.microsoft.com/office/drawing/2014/main" id="{31A9D3C4-5513-AD0C-920B-42EB584AB691}"/>
              </a:ext>
            </a:extLst>
          </p:cNvPr>
          <p:cNvSpPr>
            <a:spLocks noGrp="1" noChangeArrowheads="1"/>
          </p:cNvSpPr>
          <p:nvPr>
            <p:ph type="body" idx="1"/>
          </p:nvPr>
        </p:nvSpPr>
        <p:spPr>
          <a:xfrm>
            <a:off x="2286000" y="1482725"/>
            <a:ext cx="7912100" cy="1524000"/>
          </a:xfrm>
        </p:spPr>
        <p:txBody>
          <a:bodyPr/>
          <a:lstStyle/>
          <a:p>
            <a:pPr>
              <a:tabLst>
                <a:tab pos="3257550" algn="ctr"/>
              </a:tabLst>
            </a:pPr>
            <a:r>
              <a:rPr lang="en-US" altLang="en-US" sz="1700"/>
              <a:t>Example: eliminate the </a:t>
            </a:r>
            <a:r>
              <a:rPr lang="en-US" altLang="en-US" sz="1700" i="1"/>
              <a:t>dept_name</a:t>
            </a:r>
            <a:r>
              <a:rPr lang="en-US" altLang="en-US" sz="1700"/>
              <a:t> attribute of </a:t>
            </a:r>
            <a:r>
              <a:rPr lang="en-US" altLang="en-US" sz="1700" i="1"/>
              <a:t>instructor</a:t>
            </a:r>
          </a:p>
          <a:p>
            <a:pPr>
              <a:tabLst>
                <a:tab pos="3257550" algn="ctr"/>
              </a:tabLst>
            </a:pPr>
            <a:r>
              <a:rPr lang="en-US" altLang="en-US" sz="1700"/>
              <a:t>Query</a:t>
            </a:r>
            <a:r>
              <a:rPr lang="en-US" altLang="en-US" sz="1700" i="1"/>
              <a:t>:</a:t>
            </a:r>
            <a:br>
              <a:rPr lang="en-US" altLang="en-US" sz="1700"/>
            </a:br>
            <a:r>
              <a:rPr lang="en-US" altLang="en-US" sz="800"/>
              <a:t> </a:t>
            </a:r>
            <a:br>
              <a:rPr lang="en-US" altLang="en-US" sz="1700"/>
            </a:br>
            <a:r>
              <a:rPr lang="en-US" altLang="en-US" sz="1700"/>
              <a:t>         	 </a:t>
            </a:r>
            <a:r>
              <a:rPr lang="en-US" altLang="en-US">
                <a:sym typeface="Symbol" pitchFamily="2" charset="2"/>
              </a:rPr>
              <a:t></a:t>
            </a:r>
            <a:r>
              <a:rPr lang="en-US" altLang="en-US" i="1" baseline="-25000"/>
              <a:t>ID, name, salary</a:t>
            </a:r>
            <a:r>
              <a:rPr lang="en-US" altLang="en-US"/>
              <a:t> </a:t>
            </a:r>
            <a:r>
              <a:rPr lang="en-US" altLang="en-US" sz="1700"/>
              <a:t>(</a:t>
            </a:r>
            <a:r>
              <a:rPr lang="en-US" altLang="en-US" sz="1700" i="1"/>
              <a:t>instructor</a:t>
            </a:r>
            <a:r>
              <a:rPr lang="en-US" altLang="en-US" sz="1700"/>
              <a:t>) </a:t>
            </a:r>
          </a:p>
          <a:p>
            <a:pPr>
              <a:tabLst>
                <a:tab pos="3257550" algn="ctr"/>
              </a:tabLst>
            </a:pPr>
            <a:r>
              <a:rPr lang="en-US" altLang="en-US" sz="1700"/>
              <a:t>Result:</a:t>
            </a:r>
            <a:br>
              <a:rPr lang="en-US" altLang="en-US" sz="1700"/>
            </a:br>
            <a:endParaRPr lang="en-US" altLang="en-US" sz="1700"/>
          </a:p>
        </p:txBody>
      </p:sp>
      <p:pic>
        <p:nvPicPr>
          <p:cNvPr id="45059" name="Graphic 2">
            <a:extLst>
              <a:ext uri="{FF2B5EF4-FFF2-40B4-BE49-F238E27FC236}">
                <a16:creationId xmlns:a16="http://schemas.microsoft.com/office/drawing/2014/main" id="{C555B082-00E4-A49B-6446-1933A5936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9824"/>
          <a:stretch>
            <a:fillRect/>
          </a:stretch>
        </p:blipFill>
        <p:spPr bwMode="auto">
          <a:xfrm>
            <a:off x="4038600" y="3040063"/>
            <a:ext cx="4216400"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57552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2">
            <a:extLst>
              <a:ext uri="{FF2B5EF4-FFF2-40B4-BE49-F238E27FC236}">
                <a16:creationId xmlns:a16="http://schemas.microsoft.com/office/drawing/2014/main" id="{7E466AB7-F852-55F0-8FA3-508D1BFCC69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1CCD7C4C-1751-1D4F-81B2-2B5AA5587B24}" type="slidenum">
              <a:rPr lang="en-US" altLang="en-US" sz="1400">
                <a:solidFill>
                  <a:srgbClr val="990033"/>
                </a:solidFill>
              </a:rPr>
              <a:pPr>
                <a:spcBef>
                  <a:spcPct val="0"/>
                </a:spcBef>
                <a:buClrTx/>
                <a:buSzTx/>
                <a:buFontTx/>
                <a:buNone/>
              </a:pPr>
              <a:t>37</a:t>
            </a:fld>
            <a:endParaRPr lang="en-CA" altLang="en-US" sz="1400">
              <a:solidFill>
                <a:srgbClr val="990033"/>
              </a:solidFill>
            </a:endParaRPr>
          </a:p>
        </p:txBody>
      </p:sp>
      <p:sp>
        <p:nvSpPr>
          <p:cNvPr id="27650" name="Rectangle 5">
            <a:extLst>
              <a:ext uri="{FF2B5EF4-FFF2-40B4-BE49-F238E27FC236}">
                <a16:creationId xmlns:a16="http://schemas.microsoft.com/office/drawing/2014/main" id="{2AE7AE53-1E19-54D6-A956-59DE35B99E3C}"/>
              </a:ext>
            </a:extLst>
          </p:cNvPr>
          <p:cNvSpPr>
            <a:spLocks noGrp="1" noChangeArrowheads="1"/>
          </p:cNvSpPr>
          <p:nvPr>
            <p:ph type="title"/>
          </p:nvPr>
        </p:nvSpPr>
        <p:spPr>
          <a:noFill/>
        </p:spPr>
        <p:txBody>
          <a:bodyPr/>
          <a:lstStyle/>
          <a:p>
            <a:pPr eaLnBrk="1" hangingPunct="1"/>
            <a:r>
              <a:rPr lang="en-US" altLang="en-US" sz="3200"/>
              <a:t>The following query results refer to this database state</a:t>
            </a:r>
          </a:p>
        </p:txBody>
      </p:sp>
      <p:sp>
        <p:nvSpPr>
          <p:cNvPr id="27651" name="Rectangle 3">
            <a:extLst>
              <a:ext uri="{FF2B5EF4-FFF2-40B4-BE49-F238E27FC236}">
                <a16:creationId xmlns:a16="http://schemas.microsoft.com/office/drawing/2014/main" id="{CE873CD4-4DAD-4DF1-82D9-D711D55C6FEA}"/>
              </a:ext>
            </a:extLst>
          </p:cNvPr>
          <p:cNvSpPr>
            <a:spLocks noChangeArrowheads="1"/>
          </p:cNvSpPr>
          <p:nvPr/>
        </p:nvSpPr>
        <p:spPr bwMode="auto">
          <a:xfrm>
            <a:off x="3357563" y="13096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sp>
        <p:nvSpPr>
          <p:cNvPr id="27652" name="Rectangle 8">
            <a:extLst>
              <a:ext uri="{FF2B5EF4-FFF2-40B4-BE49-F238E27FC236}">
                <a16:creationId xmlns:a16="http://schemas.microsoft.com/office/drawing/2014/main" id="{242B43B0-E99C-FC1A-3BAA-9C9F392AB20D}"/>
              </a:ext>
            </a:extLst>
          </p:cNvPr>
          <p:cNvSpPr>
            <a:spLocks noChangeArrowheads="1"/>
          </p:cNvSpPr>
          <p:nvPr/>
        </p:nvSpPr>
        <p:spPr bwMode="auto">
          <a:xfrm>
            <a:off x="2590800" y="2286000"/>
            <a:ext cx="72390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27653" name="Picture 9" descr="fig05_06">
            <a:extLst>
              <a:ext uri="{FF2B5EF4-FFF2-40B4-BE49-F238E27FC236}">
                <a16:creationId xmlns:a16="http://schemas.microsoft.com/office/drawing/2014/main" id="{1DE704C5-4101-3459-8545-CCF4EEBB2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1" y="1524000"/>
            <a:ext cx="382746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790990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5C97D67B-75DB-7CE2-4E62-505378E60274}"/>
              </a:ext>
            </a:extLst>
          </p:cNvPr>
          <p:cNvSpPr>
            <a:spLocks noGrp="1" noChangeArrowheads="1"/>
          </p:cNvSpPr>
          <p:nvPr>
            <p:ph type="title"/>
          </p:nvPr>
        </p:nvSpPr>
        <p:spPr/>
        <p:txBody>
          <a:bodyPr/>
          <a:lstStyle/>
          <a:p>
            <a:r>
              <a:rPr lang="en-US" altLang="en-US" sz="2800"/>
              <a:t>Cartesian-Product Operation</a:t>
            </a:r>
          </a:p>
        </p:txBody>
      </p:sp>
      <p:sp>
        <p:nvSpPr>
          <p:cNvPr id="55298" name="Rectangle 3">
            <a:extLst>
              <a:ext uri="{FF2B5EF4-FFF2-40B4-BE49-F238E27FC236}">
                <a16:creationId xmlns:a16="http://schemas.microsoft.com/office/drawing/2014/main" id="{5C685176-0057-EA2E-9690-40A68F2EE6EE}"/>
              </a:ext>
            </a:extLst>
          </p:cNvPr>
          <p:cNvSpPr>
            <a:spLocks noGrp="1" noChangeArrowheads="1"/>
          </p:cNvSpPr>
          <p:nvPr>
            <p:ph type="body" idx="1"/>
          </p:nvPr>
        </p:nvSpPr>
        <p:spPr>
          <a:xfrm>
            <a:off x="2292350" y="1981201"/>
            <a:ext cx="7710488" cy="3960813"/>
          </a:xfrm>
        </p:spPr>
        <p:txBody>
          <a:bodyPr/>
          <a:lstStyle/>
          <a:p>
            <a:pPr>
              <a:tabLst>
                <a:tab pos="3149600" algn="ctr"/>
              </a:tabLst>
            </a:pPr>
            <a:r>
              <a:rPr lang="en-US" altLang="en-US" sz="1700"/>
              <a:t>The Cartesian-product operation (denoted by X)  allows us to combine information from any two relations.  </a:t>
            </a:r>
          </a:p>
          <a:p>
            <a:pPr>
              <a:tabLst>
                <a:tab pos="3149600" algn="ctr"/>
              </a:tabLst>
            </a:pPr>
            <a:r>
              <a:rPr lang="en-US" altLang="en-US" sz="1700"/>
              <a:t>Example: the Cartesian product of the relations </a:t>
            </a:r>
            <a:r>
              <a:rPr lang="en-US" altLang="en-US" sz="1700" i="1"/>
              <a:t>emp </a:t>
            </a:r>
            <a:r>
              <a:rPr lang="en-US" altLang="en-US" sz="1700"/>
              <a:t>and dep is written  as:</a:t>
            </a:r>
          </a:p>
          <a:p>
            <a:pPr>
              <a:buNone/>
              <a:tabLst>
                <a:tab pos="3149600" algn="ctr"/>
              </a:tabLst>
            </a:pPr>
            <a:r>
              <a:rPr lang="en-US" altLang="en-US" sz="1700" i="1"/>
              <a:t>                </a:t>
            </a:r>
            <a:r>
              <a:rPr lang="en-US" altLang="en-US" sz="1700" i="1">
                <a:solidFill>
                  <a:srgbClr val="FF0000"/>
                </a:solidFill>
              </a:rPr>
              <a:t>emp</a:t>
            </a:r>
            <a:r>
              <a:rPr lang="en-US" altLang="en-US" sz="1700" i="1"/>
              <a:t> </a:t>
            </a:r>
            <a:r>
              <a:rPr lang="en-US" altLang="en-US" sz="1700"/>
              <a:t>  X  </a:t>
            </a:r>
            <a:r>
              <a:rPr lang="en-US" altLang="en-US" sz="1700" i="1">
                <a:solidFill>
                  <a:srgbClr val="FF0000"/>
                </a:solidFill>
              </a:rPr>
              <a:t>dept</a:t>
            </a:r>
          </a:p>
          <a:p>
            <a:pPr>
              <a:tabLst>
                <a:tab pos="3149600" algn="ctr"/>
              </a:tabLst>
            </a:pPr>
            <a:r>
              <a:rPr lang="en-US" altLang="en-US" sz="1700"/>
              <a:t>We construct a tuple of the result out of </a:t>
            </a:r>
            <a:r>
              <a:rPr lang="en-US" altLang="en-US" sz="1700">
                <a:solidFill>
                  <a:srgbClr val="FF0000"/>
                </a:solidFill>
              </a:rPr>
              <a:t>each possible pair of tuples</a:t>
            </a:r>
            <a:r>
              <a:rPr lang="en-US" altLang="en-US" sz="1700"/>
              <a:t>: one from the </a:t>
            </a:r>
            <a:r>
              <a:rPr lang="en-US" altLang="en-US" sz="1700" i="1">
                <a:solidFill>
                  <a:srgbClr val="FF0000"/>
                </a:solidFill>
              </a:rPr>
              <a:t>emp</a:t>
            </a:r>
            <a:r>
              <a:rPr lang="en-US" altLang="en-US" sz="1700"/>
              <a:t> relation and one from the </a:t>
            </a:r>
            <a:r>
              <a:rPr lang="en-US" altLang="en-US" sz="1700" i="1">
                <a:solidFill>
                  <a:srgbClr val="FF0000"/>
                </a:solidFill>
              </a:rPr>
              <a:t>dept</a:t>
            </a:r>
            <a:r>
              <a:rPr lang="en-US" altLang="en-US" sz="1700">
                <a:solidFill>
                  <a:srgbClr val="FF0000"/>
                </a:solidFill>
              </a:rPr>
              <a:t> </a:t>
            </a:r>
            <a:r>
              <a:rPr lang="en-US" altLang="en-US" sz="1700"/>
              <a:t>relation (see next slide)</a:t>
            </a:r>
            <a:endParaRPr lang="en-US" altLang="en-US"/>
          </a:p>
          <a:p>
            <a:pPr>
              <a:buNone/>
              <a:tabLst>
                <a:tab pos="3149600" algn="ctr"/>
              </a:tabLst>
            </a:pPr>
            <a:endParaRPr lang="en-US" altLang="en-US">
              <a:sym typeface="Symbol" pitchFamily="2" charset="2"/>
            </a:endParaRPr>
          </a:p>
        </p:txBody>
      </p:sp>
    </p:spTree>
    <p:extLst>
      <p:ext uri="{BB962C8B-B14F-4D97-AF65-F5344CB8AC3E}">
        <p14:creationId xmlns:p14="http://schemas.microsoft.com/office/powerpoint/2010/main" val="336180138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88918150-00BF-8AB5-7C65-0B154676C497}"/>
              </a:ext>
            </a:extLst>
          </p:cNvPr>
          <p:cNvSpPr>
            <a:spLocks noGrp="1" noChangeArrowheads="1"/>
          </p:cNvSpPr>
          <p:nvPr>
            <p:ph type="title"/>
          </p:nvPr>
        </p:nvSpPr>
        <p:spPr/>
        <p:txBody>
          <a:bodyPr/>
          <a:lstStyle/>
          <a:p>
            <a:r>
              <a:rPr lang="en-US" altLang="en-US"/>
              <a:t>Cartesian-Product Operation Example</a:t>
            </a:r>
            <a:endParaRPr lang="en-TW" altLang="en-TW"/>
          </a:p>
        </p:txBody>
      </p:sp>
      <p:graphicFrame>
        <p:nvGraphicFramePr>
          <p:cNvPr id="5" name="Table 5">
            <a:extLst>
              <a:ext uri="{FF2B5EF4-FFF2-40B4-BE49-F238E27FC236}">
                <a16:creationId xmlns:a16="http://schemas.microsoft.com/office/drawing/2014/main" id="{E00FF9B7-BF00-3D67-15E6-50EC56487045}"/>
              </a:ext>
            </a:extLst>
          </p:cNvPr>
          <p:cNvGraphicFramePr>
            <a:graphicFrameLocks noGrp="1"/>
          </p:cNvGraphicFramePr>
          <p:nvPr>
            <p:ph idx="1"/>
          </p:nvPr>
        </p:nvGraphicFramePr>
        <p:xfrm>
          <a:off x="4343400" y="1600201"/>
          <a:ext cx="5715000" cy="1114425"/>
        </p:xfrm>
        <a:graphic>
          <a:graphicData uri="http://schemas.openxmlformats.org/drawingml/2006/table">
            <a:tbl>
              <a:tblPr/>
              <a:tblGrid>
                <a:gridCol w="1927225">
                  <a:extLst>
                    <a:ext uri="{9D8B030D-6E8A-4147-A177-3AD203B41FA5}">
                      <a16:colId xmlns:a16="http://schemas.microsoft.com/office/drawing/2014/main" val="2721808845"/>
                    </a:ext>
                  </a:extLst>
                </a:gridCol>
                <a:gridCol w="2184400">
                  <a:extLst>
                    <a:ext uri="{9D8B030D-6E8A-4147-A177-3AD203B41FA5}">
                      <a16:colId xmlns:a16="http://schemas.microsoft.com/office/drawing/2014/main" val="3349758332"/>
                    </a:ext>
                  </a:extLst>
                </a:gridCol>
                <a:gridCol w="1603375">
                  <a:extLst>
                    <a:ext uri="{9D8B030D-6E8A-4147-A177-3AD203B41FA5}">
                      <a16:colId xmlns:a16="http://schemas.microsoft.com/office/drawing/2014/main" val="2250471444"/>
                    </a:ext>
                  </a:extLst>
                </a:gridCol>
              </a:tblGrid>
              <a:tr h="3714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98588982"/>
                  </a:ext>
                </a:extLst>
              </a:tr>
              <a:tr h="3714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3586949742"/>
                  </a:ext>
                </a:extLst>
              </a:tr>
              <a:tr h="3714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4166132206"/>
                  </a:ext>
                </a:extLst>
              </a:tr>
            </a:tbl>
          </a:graphicData>
        </a:graphic>
      </p:graphicFrame>
      <p:sp>
        <p:nvSpPr>
          <p:cNvPr id="57364" name="Slide Number Placeholder 3">
            <a:extLst>
              <a:ext uri="{FF2B5EF4-FFF2-40B4-BE49-F238E27FC236}">
                <a16:creationId xmlns:a16="http://schemas.microsoft.com/office/drawing/2014/main" id="{14D36F46-1122-218E-B749-B4733AF5606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D3483A49-04F7-BC4C-A815-CFA14C629B27}" type="slidenum">
              <a:rPr lang="en-US" altLang="en-US" sz="1400">
                <a:solidFill>
                  <a:srgbClr val="990033"/>
                </a:solidFill>
              </a:rPr>
              <a:pPr>
                <a:spcBef>
                  <a:spcPct val="0"/>
                </a:spcBef>
                <a:buClrTx/>
                <a:buSzTx/>
                <a:buFontTx/>
                <a:buNone/>
              </a:pPr>
              <a:t>39</a:t>
            </a:fld>
            <a:endParaRPr lang="en-CA" altLang="en-US" sz="1400">
              <a:solidFill>
                <a:srgbClr val="990033"/>
              </a:solidFill>
            </a:endParaRPr>
          </a:p>
        </p:txBody>
      </p:sp>
      <p:graphicFrame>
        <p:nvGraphicFramePr>
          <p:cNvPr id="6" name="Table 6">
            <a:extLst>
              <a:ext uri="{FF2B5EF4-FFF2-40B4-BE49-F238E27FC236}">
                <a16:creationId xmlns:a16="http://schemas.microsoft.com/office/drawing/2014/main" id="{CDCA0526-6E54-780A-0444-D9295D02260C}"/>
              </a:ext>
            </a:extLst>
          </p:cNvPr>
          <p:cNvGraphicFramePr>
            <a:graphicFrameLocks noGrp="1"/>
          </p:cNvGraphicFramePr>
          <p:nvPr/>
        </p:nvGraphicFramePr>
        <p:xfrm>
          <a:off x="4191000" y="2887664"/>
          <a:ext cx="5181600" cy="1114425"/>
        </p:xfrm>
        <a:graphic>
          <a:graphicData uri="http://schemas.openxmlformats.org/drawingml/2006/table">
            <a:tbl>
              <a:tblPr/>
              <a:tblGrid>
                <a:gridCol w="2386013">
                  <a:extLst>
                    <a:ext uri="{9D8B030D-6E8A-4147-A177-3AD203B41FA5}">
                      <a16:colId xmlns:a16="http://schemas.microsoft.com/office/drawing/2014/main" val="27879433"/>
                    </a:ext>
                  </a:extLst>
                </a:gridCol>
                <a:gridCol w="2795587">
                  <a:extLst>
                    <a:ext uri="{9D8B030D-6E8A-4147-A177-3AD203B41FA5}">
                      <a16:colId xmlns:a16="http://schemas.microsoft.com/office/drawing/2014/main" val="1243896328"/>
                    </a:ext>
                  </a:extLst>
                </a:gridCol>
              </a:tblGrid>
              <a:tr h="3714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Dum</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663773736"/>
                  </a:ext>
                </a:extLst>
              </a:tr>
              <a:tr h="3714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1576123860"/>
                  </a:ext>
                </a:extLst>
              </a:tr>
              <a:tr h="3714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33" marB="4573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2079938359"/>
                  </a:ext>
                </a:extLst>
              </a:tr>
            </a:tbl>
          </a:graphicData>
        </a:graphic>
      </p:graphicFrame>
      <p:graphicFrame>
        <p:nvGraphicFramePr>
          <p:cNvPr id="7" name="Table 7">
            <a:extLst>
              <a:ext uri="{FF2B5EF4-FFF2-40B4-BE49-F238E27FC236}">
                <a16:creationId xmlns:a16="http://schemas.microsoft.com/office/drawing/2014/main" id="{31CAAD9D-3F93-DFCC-BE88-EB32B591971C}"/>
              </a:ext>
            </a:extLst>
          </p:cNvPr>
          <p:cNvGraphicFramePr>
            <a:graphicFrameLocks noGrp="1"/>
          </p:cNvGraphicFramePr>
          <p:nvPr/>
        </p:nvGraphicFramePr>
        <p:xfrm>
          <a:off x="3429000" y="4572000"/>
          <a:ext cx="6477000" cy="1894808"/>
        </p:xfrm>
        <a:graphic>
          <a:graphicData uri="http://schemas.openxmlformats.org/drawingml/2006/table">
            <a:tbl>
              <a:tblPr/>
              <a:tblGrid>
                <a:gridCol w="1295400">
                  <a:extLst>
                    <a:ext uri="{9D8B030D-6E8A-4147-A177-3AD203B41FA5}">
                      <a16:colId xmlns:a16="http://schemas.microsoft.com/office/drawing/2014/main" val="1422671267"/>
                    </a:ext>
                  </a:extLst>
                </a:gridCol>
                <a:gridCol w="1295400">
                  <a:extLst>
                    <a:ext uri="{9D8B030D-6E8A-4147-A177-3AD203B41FA5}">
                      <a16:colId xmlns:a16="http://schemas.microsoft.com/office/drawing/2014/main" val="1431692385"/>
                    </a:ext>
                  </a:extLst>
                </a:gridCol>
                <a:gridCol w="1295400">
                  <a:extLst>
                    <a:ext uri="{9D8B030D-6E8A-4147-A177-3AD203B41FA5}">
                      <a16:colId xmlns:a16="http://schemas.microsoft.com/office/drawing/2014/main" val="3925057766"/>
                    </a:ext>
                  </a:extLst>
                </a:gridCol>
                <a:gridCol w="1295400">
                  <a:extLst>
                    <a:ext uri="{9D8B030D-6E8A-4147-A177-3AD203B41FA5}">
                      <a16:colId xmlns:a16="http://schemas.microsoft.com/office/drawing/2014/main" val="3681498405"/>
                    </a:ext>
                  </a:extLst>
                </a:gridCol>
                <a:gridCol w="1295400">
                  <a:extLst>
                    <a:ext uri="{9D8B030D-6E8A-4147-A177-3AD203B41FA5}">
                      <a16:colId xmlns:a16="http://schemas.microsoft.com/office/drawing/2014/main" val="150913764"/>
                    </a:ext>
                  </a:extLst>
                </a:gridCol>
              </a:tblGrid>
              <a:tr h="36512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Dum</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050414997"/>
                  </a:ext>
                </a:extLst>
              </a:tr>
              <a:tr h="43180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2026538786"/>
                  </a:ext>
                </a:extLst>
              </a:tr>
              <a:tr h="36512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2640630964"/>
                  </a:ext>
                </a:extLst>
              </a:tr>
              <a:tr h="36512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547768631"/>
                  </a:ext>
                </a:extLst>
              </a:tr>
              <a:tr h="36512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724575918"/>
                  </a:ext>
                </a:extLst>
              </a:tr>
            </a:tbl>
          </a:graphicData>
        </a:graphic>
      </p:graphicFrame>
      <p:sp>
        <p:nvSpPr>
          <p:cNvPr id="57417" name="TextBox 7">
            <a:extLst>
              <a:ext uri="{FF2B5EF4-FFF2-40B4-BE49-F238E27FC236}">
                <a16:creationId xmlns:a16="http://schemas.microsoft.com/office/drawing/2014/main" id="{315C4ADB-0DD5-10D8-FAFD-D28E21C1A32F}"/>
              </a:ext>
            </a:extLst>
          </p:cNvPr>
          <p:cNvSpPr txBox="1">
            <a:spLocks noChangeArrowheads="1"/>
          </p:cNvSpPr>
          <p:nvPr/>
        </p:nvSpPr>
        <p:spPr bwMode="auto">
          <a:xfrm>
            <a:off x="1981200" y="1809751"/>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EMP</a:t>
            </a:r>
            <a:endParaRPr lang="en-TW" altLang="en-TW" sz="2400">
              <a:solidFill>
                <a:schemeClr val="tx1"/>
              </a:solidFill>
            </a:endParaRPr>
          </a:p>
        </p:txBody>
      </p:sp>
      <p:sp>
        <p:nvSpPr>
          <p:cNvPr id="57418" name="TextBox 8">
            <a:extLst>
              <a:ext uri="{FF2B5EF4-FFF2-40B4-BE49-F238E27FC236}">
                <a16:creationId xmlns:a16="http://schemas.microsoft.com/office/drawing/2014/main" id="{FACB1BAD-B3FE-2D73-A9D4-D36B935F44F4}"/>
              </a:ext>
            </a:extLst>
          </p:cNvPr>
          <p:cNvSpPr txBox="1">
            <a:spLocks noChangeArrowheads="1"/>
          </p:cNvSpPr>
          <p:nvPr/>
        </p:nvSpPr>
        <p:spPr bwMode="auto">
          <a:xfrm>
            <a:off x="2286001" y="3124201"/>
            <a:ext cx="835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Dept</a:t>
            </a:r>
            <a:endParaRPr lang="en-TW" altLang="en-TW" sz="2400">
              <a:solidFill>
                <a:schemeClr val="tx1"/>
              </a:solidFill>
            </a:endParaRPr>
          </a:p>
        </p:txBody>
      </p:sp>
      <p:sp>
        <p:nvSpPr>
          <p:cNvPr id="57419" name="TextBox 9">
            <a:extLst>
              <a:ext uri="{FF2B5EF4-FFF2-40B4-BE49-F238E27FC236}">
                <a16:creationId xmlns:a16="http://schemas.microsoft.com/office/drawing/2014/main" id="{5F5BE530-9353-F59D-D843-66CE773DE354}"/>
              </a:ext>
            </a:extLst>
          </p:cNvPr>
          <p:cNvSpPr txBox="1">
            <a:spLocks noChangeArrowheads="1"/>
          </p:cNvSpPr>
          <p:nvPr/>
        </p:nvSpPr>
        <p:spPr bwMode="auto">
          <a:xfrm>
            <a:off x="1600200" y="5029201"/>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EMP x Dept</a:t>
            </a:r>
            <a:endParaRPr lang="en-TW" altLang="en-TW" sz="2400">
              <a:solidFill>
                <a:schemeClr val="tx1"/>
              </a:solidFill>
            </a:endParaRPr>
          </a:p>
        </p:txBody>
      </p:sp>
    </p:spTree>
    <p:extLst>
      <p:ext uri="{BB962C8B-B14F-4D97-AF65-F5344CB8AC3E}">
        <p14:creationId xmlns:p14="http://schemas.microsoft.com/office/powerpoint/2010/main" val="3229514983"/>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Number Placeholder 3">
            <a:extLst>
              <a:ext uri="{FF2B5EF4-FFF2-40B4-BE49-F238E27FC236}">
                <a16:creationId xmlns:a16="http://schemas.microsoft.com/office/drawing/2014/main" id="{B990EBDD-3120-9866-228B-75FCE511CCF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FF690F4C-1CCC-F14E-860E-112FCF05B2B2}" type="slidenum">
              <a:rPr lang="en-US" altLang="en-US" sz="1400">
                <a:solidFill>
                  <a:srgbClr val="990033"/>
                </a:solidFill>
              </a:rPr>
              <a:pPr>
                <a:spcBef>
                  <a:spcPct val="0"/>
                </a:spcBef>
                <a:buClrTx/>
                <a:buSzTx/>
                <a:buFontTx/>
                <a:buNone/>
              </a:pPr>
              <a:t>40</a:t>
            </a:fld>
            <a:endParaRPr lang="en-CA" altLang="en-US" sz="1400">
              <a:solidFill>
                <a:srgbClr val="990033"/>
              </a:solidFill>
            </a:endParaRPr>
          </a:p>
        </p:txBody>
      </p:sp>
      <p:sp>
        <p:nvSpPr>
          <p:cNvPr id="60418" name="Rectangle 2">
            <a:extLst>
              <a:ext uri="{FF2B5EF4-FFF2-40B4-BE49-F238E27FC236}">
                <a16:creationId xmlns:a16="http://schemas.microsoft.com/office/drawing/2014/main" id="{14475A52-23D6-8A2D-5AF9-339F8A0FD345}"/>
              </a:ext>
            </a:extLst>
          </p:cNvPr>
          <p:cNvSpPr>
            <a:spLocks noGrp="1" noChangeArrowheads="1"/>
          </p:cNvSpPr>
          <p:nvPr>
            <p:ph type="title"/>
          </p:nvPr>
        </p:nvSpPr>
        <p:spPr/>
        <p:txBody>
          <a:bodyPr/>
          <a:lstStyle/>
          <a:p>
            <a:pPr eaLnBrk="1" hangingPunct="1"/>
            <a:r>
              <a:rPr lang="en-US" altLang="en-US" sz="3200"/>
              <a:t>Relational Algebra Operations from Set Theory: CARTESIAN PRODUCT (cont.)</a:t>
            </a:r>
          </a:p>
        </p:txBody>
      </p:sp>
      <p:sp>
        <p:nvSpPr>
          <p:cNvPr id="60419" name="Rectangle 3">
            <a:extLst>
              <a:ext uri="{FF2B5EF4-FFF2-40B4-BE49-F238E27FC236}">
                <a16:creationId xmlns:a16="http://schemas.microsoft.com/office/drawing/2014/main" id="{A133BDCA-9050-88D4-274E-0820253C6CAF}"/>
              </a:ext>
            </a:extLst>
          </p:cNvPr>
          <p:cNvSpPr>
            <a:spLocks noGrp="1" noChangeArrowheads="1"/>
          </p:cNvSpPr>
          <p:nvPr>
            <p:ph type="body" idx="1"/>
          </p:nvPr>
        </p:nvSpPr>
        <p:spPr/>
        <p:txBody>
          <a:bodyPr/>
          <a:lstStyle/>
          <a:p>
            <a:pPr eaLnBrk="1" hangingPunct="1">
              <a:lnSpc>
                <a:spcPct val="90000"/>
              </a:lnSpc>
            </a:pPr>
            <a:r>
              <a:rPr lang="en-US" altLang="en-US" dirty="0"/>
              <a:t>Generally, CROSS PRODUCT is not a meaningful operation</a:t>
            </a:r>
          </a:p>
          <a:p>
            <a:pPr lvl="1" eaLnBrk="1" hangingPunct="1">
              <a:lnSpc>
                <a:spcPct val="90000"/>
              </a:lnSpc>
            </a:pPr>
            <a:r>
              <a:rPr lang="en-US" altLang="en-US" dirty="0"/>
              <a:t>Can become meaningful when followed by other operations</a:t>
            </a:r>
          </a:p>
          <a:p>
            <a:pPr eaLnBrk="1" hangingPunct="1">
              <a:lnSpc>
                <a:spcPct val="90000"/>
              </a:lnSpc>
            </a:pPr>
            <a:r>
              <a:rPr lang="en-US" altLang="en-US" dirty="0"/>
              <a:t>Example (not meaningful):</a:t>
            </a:r>
          </a:p>
          <a:p>
            <a:pPr lvl="1" eaLnBrk="1" hangingPunct="1">
              <a:lnSpc>
                <a:spcPct val="90000"/>
              </a:lnSpc>
            </a:pPr>
            <a:r>
              <a:rPr lang="en-US" altLang="en-US" sz="2200" dirty="0"/>
              <a:t>FEMALE_EMPS </a:t>
            </a:r>
            <a:r>
              <a:rPr lang="en-US" altLang="en-US" sz="2200" dirty="0">
                <a:sym typeface="Symbol" pitchFamily="2" charset="2"/>
              </a:rPr>
              <a:t> </a:t>
            </a:r>
            <a:r>
              <a:rPr lang="en-US" altLang="en-US" sz="2200" b="1" dirty="0">
                <a:latin typeface="Symbol" pitchFamily="2" charset="2"/>
              </a:rPr>
              <a:t></a:t>
            </a:r>
            <a:r>
              <a:rPr lang="en-US" altLang="en-US" sz="2200" dirty="0"/>
              <a:t> </a:t>
            </a:r>
            <a:r>
              <a:rPr lang="en-US" altLang="en-US" sz="2200" baseline="-25000" dirty="0"/>
              <a:t>SEX=’F’</a:t>
            </a:r>
            <a:r>
              <a:rPr lang="en-US" altLang="ja-JP" sz="2200" dirty="0"/>
              <a:t>(EMPLOYEE)</a:t>
            </a:r>
          </a:p>
          <a:p>
            <a:pPr lvl="1" eaLnBrk="1" hangingPunct="1">
              <a:lnSpc>
                <a:spcPct val="90000"/>
              </a:lnSpc>
            </a:pPr>
            <a:r>
              <a:rPr lang="en-US" altLang="en-US" sz="2200" dirty="0"/>
              <a:t>EMPNAMES </a:t>
            </a:r>
            <a:r>
              <a:rPr lang="en-US" altLang="en-US" sz="2200" dirty="0">
                <a:sym typeface="Symbol" pitchFamily="2" charset="2"/>
              </a:rPr>
              <a:t> </a:t>
            </a:r>
            <a:r>
              <a:rPr lang="en-US" altLang="en-US" sz="2200" b="1" dirty="0">
                <a:latin typeface="Symbol" pitchFamily="2" charset="2"/>
              </a:rPr>
              <a:t></a:t>
            </a:r>
            <a:r>
              <a:rPr lang="en-US" altLang="en-US" sz="2200" dirty="0"/>
              <a:t> </a:t>
            </a:r>
            <a:r>
              <a:rPr lang="en-US" altLang="en-US" sz="2200" baseline="-25000" dirty="0"/>
              <a:t>FNAME, LNAME, SSN </a:t>
            </a:r>
            <a:r>
              <a:rPr lang="en-US" altLang="en-US" sz="2200" dirty="0"/>
              <a:t>(FEMALE_EMPS)</a:t>
            </a:r>
          </a:p>
          <a:p>
            <a:pPr lvl="1" eaLnBrk="1" hangingPunct="1">
              <a:lnSpc>
                <a:spcPct val="90000"/>
              </a:lnSpc>
            </a:pPr>
            <a:r>
              <a:rPr lang="en-US" altLang="en-US" sz="2200" dirty="0"/>
              <a:t>EMP_DEPENDENTS </a:t>
            </a:r>
            <a:r>
              <a:rPr lang="en-US" altLang="en-US" sz="2200" dirty="0">
                <a:sym typeface="Symbol" pitchFamily="2" charset="2"/>
              </a:rPr>
              <a:t> </a:t>
            </a:r>
            <a:r>
              <a:rPr lang="en-US" altLang="en-US" sz="2200" dirty="0"/>
              <a:t>EMPNAMES x DEPENDENT</a:t>
            </a:r>
          </a:p>
          <a:p>
            <a:pPr eaLnBrk="1" hangingPunct="1">
              <a:lnSpc>
                <a:spcPct val="90000"/>
              </a:lnSpc>
            </a:pPr>
            <a:r>
              <a:rPr lang="en-US" altLang="en-US" sz="2400" dirty="0"/>
              <a:t>EMP_DEPENDENTS will contain every combination of EMPNAMES and DEPENDENT</a:t>
            </a:r>
          </a:p>
          <a:p>
            <a:pPr lvl="1" eaLnBrk="1" hangingPunct="1">
              <a:lnSpc>
                <a:spcPct val="90000"/>
              </a:lnSpc>
            </a:pPr>
            <a:r>
              <a:rPr lang="en-US" altLang="en-US" sz="2200" dirty="0"/>
              <a:t>whether or not they are actually related</a:t>
            </a:r>
          </a:p>
          <a:p>
            <a:pPr eaLnBrk="1" hangingPunct="1">
              <a:lnSpc>
                <a:spcPct val="90000"/>
              </a:lnSpc>
            </a:pPr>
            <a:endParaRPr lang="en-US" altLang="en-US" sz="2400" dirty="0"/>
          </a:p>
        </p:txBody>
      </p:sp>
    </p:spTree>
    <p:extLst>
      <p:ext uri="{BB962C8B-B14F-4D97-AF65-F5344CB8AC3E}">
        <p14:creationId xmlns:p14="http://schemas.microsoft.com/office/powerpoint/2010/main" val="3358368941"/>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27085BAE-D87E-9647-5C59-523B0FD7C21A}"/>
              </a:ext>
            </a:extLst>
          </p:cNvPr>
          <p:cNvSpPr>
            <a:spLocks noGrp="1" noChangeArrowheads="1"/>
          </p:cNvSpPr>
          <p:nvPr>
            <p:ph type="title"/>
          </p:nvPr>
        </p:nvSpPr>
        <p:spPr/>
        <p:txBody>
          <a:bodyPr/>
          <a:lstStyle/>
          <a:p>
            <a:r>
              <a:rPr lang="en-US" altLang="en-US"/>
              <a:t>Join Operation (Cont.)</a:t>
            </a:r>
            <a:endParaRPr lang="en-TW" altLang="en-TW"/>
          </a:p>
        </p:txBody>
      </p:sp>
      <p:graphicFrame>
        <p:nvGraphicFramePr>
          <p:cNvPr id="5" name="Content Placeholder 4">
            <a:extLst>
              <a:ext uri="{FF2B5EF4-FFF2-40B4-BE49-F238E27FC236}">
                <a16:creationId xmlns:a16="http://schemas.microsoft.com/office/drawing/2014/main" id="{3107A97F-1A21-C96C-E058-3BA35E907B93}"/>
              </a:ext>
            </a:extLst>
          </p:cNvPr>
          <p:cNvGraphicFramePr>
            <a:graphicFrameLocks noGrp="1"/>
          </p:cNvGraphicFramePr>
          <p:nvPr>
            <p:ph idx="1"/>
          </p:nvPr>
        </p:nvGraphicFramePr>
        <p:xfrm>
          <a:off x="2743200" y="3886200"/>
          <a:ext cx="6477000" cy="1217614"/>
        </p:xfrm>
        <a:graphic>
          <a:graphicData uri="http://schemas.openxmlformats.org/drawingml/2006/table">
            <a:tbl>
              <a:tblPr/>
              <a:tblGrid>
                <a:gridCol w="1295400">
                  <a:extLst>
                    <a:ext uri="{9D8B030D-6E8A-4147-A177-3AD203B41FA5}">
                      <a16:colId xmlns:a16="http://schemas.microsoft.com/office/drawing/2014/main" val="172722571"/>
                    </a:ext>
                  </a:extLst>
                </a:gridCol>
                <a:gridCol w="1295400">
                  <a:extLst>
                    <a:ext uri="{9D8B030D-6E8A-4147-A177-3AD203B41FA5}">
                      <a16:colId xmlns:a16="http://schemas.microsoft.com/office/drawing/2014/main" val="4251213891"/>
                    </a:ext>
                  </a:extLst>
                </a:gridCol>
                <a:gridCol w="1295400">
                  <a:extLst>
                    <a:ext uri="{9D8B030D-6E8A-4147-A177-3AD203B41FA5}">
                      <a16:colId xmlns:a16="http://schemas.microsoft.com/office/drawing/2014/main" val="4284782611"/>
                    </a:ext>
                  </a:extLst>
                </a:gridCol>
                <a:gridCol w="1295400">
                  <a:extLst>
                    <a:ext uri="{9D8B030D-6E8A-4147-A177-3AD203B41FA5}">
                      <a16:colId xmlns:a16="http://schemas.microsoft.com/office/drawing/2014/main" val="1787437352"/>
                    </a:ext>
                  </a:extLst>
                </a:gridCol>
                <a:gridCol w="1295400">
                  <a:extLst>
                    <a:ext uri="{9D8B030D-6E8A-4147-A177-3AD203B41FA5}">
                      <a16:colId xmlns:a16="http://schemas.microsoft.com/office/drawing/2014/main" val="592541604"/>
                    </a:ext>
                  </a:extLst>
                </a:gridCol>
              </a:tblGrid>
              <a:tr h="38258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Dum</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554871812"/>
                  </a:ext>
                </a:extLst>
              </a:tr>
              <a:tr h="45243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3871929237"/>
                  </a:ext>
                </a:extLst>
              </a:tr>
              <a:tr h="38258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908558253"/>
                  </a:ext>
                </a:extLst>
              </a:tr>
            </a:tbl>
          </a:graphicData>
        </a:graphic>
      </p:graphicFrame>
      <p:sp>
        <p:nvSpPr>
          <p:cNvPr id="64540" name="Slide Number Placeholder 3">
            <a:extLst>
              <a:ext uri="{FF2B5EF4-FFF2-40B4-BE49-F238E27FC236}">
                <a16:creationId xmlns:a16="http://schemas.microsoft.com/office/drawing/2014/main" id="{C4AB021D-0DD8-0889-D52E-1544FC79F54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7F689DD3-2542-D84A-AB36-919707D4F738}" type="slidenum">
              <a:rPr lang="en-US" altLang="en-US" sz="1400">
                <a:solidFill>
                  <a:srgbClr val="990033"/>
                </a:solidFill>
              </a:rPr>
              <a:pPr>
                <a:spcBef>
                  <a:spcPct val="0"/>
                </a:spcBef>
                <a:buClrTx/>
                <a:buSzTx/>
                <a:buFontTx/>
                <a:buNone/>
              </a:pPr>
              <a:t>41</a:t>
            </a:fld>
            <a:endParaRPr lang="en-CA" altLang="en-US" sz="1400">
              <a:solidFill>
                <a:srgbClr val="990033"/>
              </a:solidFill>
            </a:endParaRPr>
          </a:p>
        </p:txBody>
      </p:sp>
      <p:sp>
        <p:nvSpPr>
          <p:cNvPr id="64541" name="Rectangle 5">
            <a:extLst>
              <a:ext uri="{FF2B5EF4-FFF2-40B4-BE49-F238E27FC236}">
                <a16:creationId xmlns:a16="http://schemas.microsoft.com/office/drawing/2014/main" id="{81FCCCD8-6923-AA18-DFDF-94B3DDBAFA7D}"/>
              </a:ext>
            </a:extLst>
          </p:cNvPr>
          <p:cNvSpPr>
            <a:spLocks noChangeArrowheads="1"/>
          </p:cNvSpPr>
          <p:nvPr/>
        </p:nvSpPr>
        <p:spPr bwMode="auto">
          <a:xfrm>
            <a:off x="3810000" y="2782888"/>
            <a:ext cx="4572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 typeface="Wingdings" pitchFamily="2" charset="2"/>
              <a:buNone/>
            </a:pPr>
            <a:r>
              <a:rPr lang="en-US" altLang="en-US" sz="2400" i="1">
                <a:solidFill>
                  <a:schemeClr val="tx1"/>
                </a:solidFill>
                <a:sym typeface="Symbol" pitchFamily="2" charset="2"/>
              </a:rPr>
              <a:t></a:t>
            </a:r>
            <a:r>
              <a:rPr lang="en-US" altLang="en-US" sz="2400">
                <a:solidFill>
                  <a:schemeClr val="tx1"/>
                </a:solidFill>
                <a:sym typeface="Symbol" pitchFamily="2" charset="2"/>
              </a:rPr>
              <a:t> </a:t>
            </a:r>
            <a:r>
              <a:rPr lang="en-US" altLang="en-US" sz="2400" i="1" baseline="-25000">
                <a:solidFill>
                  <a:schemeClr val="tx1"/>
                </a:solidFill>
                <a:sym typeface="Symbol" pitchFamily="2" charset="2"/>
              </a:rPr>
              <a:t>emp.dno=  dept.num</a:t>
            </a:r>
            <a:r>
              <a:rPr lang="en-US" altLang="ja-JP" sz="2400" i="1">
                <a:solidFill>
                  <a:schemeClr val="tx1"/>
                </a:solidFill>
                <a:sym typeface="Symbol" pitchFamily="2" charset="2"/>
              </a:rPr>
              <a:t> </a:t>
            </a:r>
            <a:r>
              <a:rPr lang="en-US" altLang="ja-JP" sz="2400">
                <a:solidFill>
                  <a:schemeClr val="tx1"/>
                </a:solidFill>
                <a:sym typeface="Symbol" pitchFamily="2" charset="2"/>
              </a:rPr>
              <a:t>(</a:t>
            </a:r>
            <a:r>
              <a:rPr lang="en-US" altLang="ja-JP" sz="2400" i="1">
                <a:solidFill>
                  <a:schemeClr val="tx1"/>
                </a:solidFill>
                <a:sym typeface="Symbol" pitchFamily="2" charset="2"/>
              </a:rPr>
              <a:t>emp </a:t>
            </a:r>
            <a:r>
              <a:rPr lang="en-US" altLang="ja-JP" sz="2400">
                <a:solidFill>
                  <a:schemeClr val="tx1"/>
                </a:solidFill>
                <a:sym typeface="Symbol" pitchFamily="2" charset="2"/>
              </a:rPr>
              <a:t>x</a:t>
            </a:r>
            <a:r>
              <a:rPr lang="en-US" altLang="ja-JP" sz="2400" i="1">
                <a:solidFill>
                  <a:schemeClr val="tx1"/>
                </a:solidFill>
                <a:sym typeface="Symbol" pitchFamily="2" charset="2"/>
              </a:rPr>
              <a:t> dept</a:t>
            </a:r>
            <a:r>
              <a:rPr lang="en-US" altLang="ja-JP" sz="2400">
                <a:solidFill>
                  <a:schemeClr val="tx1"/>
                </a:solidFill>
                <a:sym typeface="Symbol" pitchFamily="2" charset="2"/>
              </a:rPr>
              <a:t>))</a:t>
            </a:r>
          </a:p>
          <a:p>
            <a:pPr>
              <a:spcBef>
                <a:spcPct val="0"/>
              </a:spcBef>
              <a:buClrTx/>
              <a:buSzTx/>
              <a:buFont typeface="Wingdings" pitchFamily="2" charset="2"/>
              <a:buNone/>
            </a:pPr>
            <a:r>
              <a:rPr lang="en-US" altLang="ja-JP" sz="2400">
                <a:solidFill>
                  <a:schemeClr val="tx1"/>
                </a:solidFill>
                <a:sym typeface="Symbol" pitchFamily="2" charset="2"/>
              </a:rPr>
              <a:t> </a:t>
            </a:r>
          </a:p>
        </p:txBody>
      </p:sp>
      <p:sp>
        <p:nvSpPr>
          <p:cNvPr id="64542" name="Rectangle 6">
            <a:extLst>
              <a:ext uri="{FF2B5EF4-FFF2-40B4-BE49-F238E27FC236}">
                <a16:creationId xmlns:a16="http://schemas.microsoft.com/office/drawing/2014/main" id="{7DE40BEB-1224-BCE1-5B4B-7BACFF0044CB}"/>
              </a:ext>
            </a:extLst>
          </p:cNvPr>
          <p:cNvSpPr>
            <a:spLocks noChangeArrowheads="1"/>
          </p:cNvSpPr>
          <p:nvPr/>
        </p:nvSpPr>
        <p:spPr bwMode="auto">
          <a:xfrm>
            <a:off x="3352800" y="2093914"/>
            <a:ext cx="40195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2400">
                <a:solidFill>
                  <a:schemeClr val="tx1"/>
                </a:solidFill>
              </a:rPr>
              <a:t>The</a:t>
            </a:r>
            <a:r>
              <a:rPr lang="en-US" altLang="en-US" sz="2400">
                <a:solidFill>
                  <a:schemeClr val="tx1"/>
                </a:solidFill>
                <a:sym typeface="Symbol" pitchFamily="2" charset="2"/>
              </a:rPr>
              <a:t>  table corresponding to:</a:t>
            </a:r>
          </a:p>
        </p:txBody>
      </p:sp>
    </p:spTree>
    <p:extLst>
      <p:ext uri="{BB962C8B-B14F-4D97-AF65-F5344CB8AC3E}">
        <p14:creationId xmlns:p14="http://schemas.microsoft.com/office/powerpoint/2010/main" val="1377078360"/>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D94371D4-142C-C804-2E7B-BA46C5314E2F}"/>
              </a:ext>
            </a:extLst>
          </p:cNvPr>
          <p:cNvSpPr>
            <a:spLocks noGrp="1" noChangeArrowheads="1"/>
          </p:cNvSpPr>
          <p:nvPr>
            <p:ph type="title"/>
          </p:nvPr>
        </p:nvSpPr>
        <p:spPr/>
        <p:txBody>
          <a:bodyPr/>
          <a:lstStyle/>
          <a:p>
            <a:r>
              <a:rPr lang="en-US" altLang="en-US" sz="2800"/>
              <a:t>Join Operation</a:t>
            </a:r>
          </a:p>
        </p:txBody>
      </p:sp>
      <p:sp>
        <p:nvSpPr>
          <p:cNvPr id="7170" name="Rectangle 3">
            <a:extLst>
              <a:ext uri="{FF2B5EF4-FFF2-40B4-BE49-F238E27FC236}">
                <a16:creationId xmlns:a16="http://schemas.microsoft.com/office/drawing/2014/main" id="{C77387F8-A816-3B0C-5059-426E1679A6F1}"/>
              </a:ext>
            </a:extLst>
          </p:cNvPr>
          <p:cNvSpPr>
            <a:spLocks noGrp="1" noChangeArrowheads="1"/>
          </p:cNvSpPr>
          <p:nvPr>
            <p:ph type="body" idx="1"/>
          </p:nvPr>
        </p:nvSpPr>
        <p:spPr>
          <a:xfrm>
            <a:off x="2292350" y="1905000"/>
            <a:ext cx="7632700" cy="3886200"/>
          </a:xfrm>
        </p:spPr>
        <p:txBody>
          <a:bodyPr/>
          <a:lstStyle/>
          <a:p>
            <a:pPr>
              <a:tabLst>
                <a:tab pos="3149600" algn="ctr"/>
              </a:tabLst>
            </a:pPr>
            <a:r>
              <a:rPr lang="en-US" altLang="en-US" sz="1700"/>
              <a:t>The Cartesian-Product </a:t>
            </a:r>
          </a:p>
          <a:p>
            <a:pPr>
              <a:buNone/>
              <a:tabLst>
                <a:tab pos="3149600" algn="ctr"/>
              </a:tabLst>
            </a:pPr>
            <a:r>
              <a:rPr lang="en-US" altLang="en-US" sz="2500" i="1"/>
              <a:t>                    emp</a:t>
            </a:r>
            <a:r>
              <a:rPr lang="en-US" altLang="en-US" sz="2500"/>
              <a:t>  X  </a:t>
            </a:r>
            <a:r>
              <a:rPr lang="en-US" altLang="en-US" sz="2500" i="1"/>
              <a:t>dept</a:t>
            </a:r>
            <a:endParaRPr lang="en-US" altLang="en-US" sz="2500"/>
          </a:p>
          <a:p>
            <a:pPr>
              <a:buNone/>
              <a:tabLst>
                <a:tab pos="3149600" algn="ctr"/>
              </a:tabLst>
            </a:pPr>
            <a:r>
              <a:rPr lang="en-US" altLang="en-US" sz="1700"/>
              <a:t>      associates every  tuple of  instructor with every tuple of teaches.</a:t>
            </a:r>
          </a:p>
          <a:p>
            <a:pPr lvl="1">
              <a:tabLst>
                <a:tab pos="3149600" algn="ctr"/>
              </a:tabLst>
            </a:pPr>
            <a:r>
              <a:rPr lang="en-US" altLang="en-US" sz="1700"/>
              <a:t>Most of the resulting rows have information about emps who did NOT work for a particular dept. </a:t>
            </a:r>
          </a:p>
          <a:p>
            <a:pPr>
              <a:tabLst>
                <a:tab pos="3149600" algn="ctr"/>
              </a:tabLst>
            </a:pPr>
            <a:r>
              <a:rPr lang="en-US" altLang="en-US" sz="1700"/>
              <a:t>To get only those tuples of  “</a:t>
            </a:r>
            <a:r>
              <a:rPr lang="en-US" altLang="en-US" sz="1700" i="1"/>
              <a:t>emp</a:t>
            </a:r>
            <a:r>
              <a:rPr lang="en-US" altLang="en-US" sz="1700"/>
              <a:t>  X  </a:t>
            </a:r>
            <a:r>
              <a:rPr lang="en-US" altLang="en-US" sz="1700" i="1"/>
              <a:t>dept</a:t>
            </a:r>
            <a:r>
              <a:rPr lang="en-US" altLang="en-US" sz="1700"/>
              <a:t> “ that pertain to emps and the depts that they work for, we write:</a:t>
            </a:r>
          </a:p>
          <a:p>
            <a:pPr>
              <a:buNone/>
              <a:tabLst>
                <a:tab pos="3149600" algn="ctr"/>
              </a:tabLst>
            </a:pPr>
            <a:r>
              <a:rPr lang="en-US" altLang="en-US" sz="1700">
                <a:solidFill>
                  <a:srgbClr val="7F7F7F"/>
                </a:solidFill>
                <a:sym typeface="Symbol" pitchFamily="2" charset="2"/>
              </a:rPr>
              <a:t>            </a:t>
            </a:r>
            <a:r>
              <a:rPr lang="en-US" altLang="en-US" sz="2500" i="1">
                <a:sym typeface="Symbol" pitchFamily="2" charset="2"/>
              </a:rPr>
              <a:t></a:t>
            </a:r>
            <a:r>
              <a:rPr lang="en-US" altLang="en-US" sz="2500">
                <a:sym typeface="Symbol" pitchFamily="2" charset="2"/>
              </a:rPr>
              <a:t> </a:t>
            </a:r>
            <a:r>
              <a:rPr lang="en-US" altLang="en-US" sz="2500" i="1" baseline="-25000">
                <a:sym typeface="Symbol" pitchFamily="2" charset="2"/>
              </a:rPr>
              <a:t>emp.dno=  dept.num</a:t>
            </a:r>
            <a:r>
              <a:rPr lang="en-US" altLang="ja-JP" sz="2500" i="1">
                <a:sym typeface="Symbol" pitchFamily="2" charset="2"/>
              </a:rPr>
              <a:t> </a:t>
            </a:r>
            <a:r>
              <a:rPr lang="en-US" altLang="ja-JP" sz="2500">
                <a:sym typeface="Symbol" pitchFamily="2" charset="2"/>
              </a:rPr>
              <a:t>(</a:t>
            </a:r>
            <a:r>
              <a:rPr lang="en-US" altLang="ja-JP" sz="2500" i="1">
                <a:sym typeface="Symbol" pitchFamily="2" charset="2"/>
              </a:rPr>
              <a:t>emp </a:t>
            </a:r>
            <a:r>
              <a:rPr lang="en-US" altLang="ja-JP" sz="2500">
                <a:sym typeface="Symbol" pitchFamily="2" charset="2"/>
              </a:rPr>
              <a:t>x</a:t>
            </a:r>
            <a:r>
              <a:rPr lang="en-US" altLang="ja-JP" sz="2500" i="1">
                <a:sym typeface="Symbol" pitchFamily="2" charset="2"/>
              </a:rPr>
              <a:t> dept</a:t>
            </a:r>
            <a:r>
              <a:rPr lang="en-US" altLang="ja-JP" sz="2500">
                <a:sym typeface="Symbol" pitchFamily="2" charset="2"/>
              </a:rPr>
              <a:t>))</a:t>
            </a:r>
          </a:p>
          <a:p>
            <a:pPr>
              <a:buNone/>
              <a:tabLst>
                <a:tab pos="3149600" algn="ctr"/>
              </a:tabLst>
            </a:pPr>
            <a:r>
              <a:rPr lang="en-US" altLang="ja-JP" sz="2500">
                <a:sym typeface="Symbol" pitchFamily="2" charset="2"/>
              </a:rPr>
              <a:t> </a:t>
            </a:r>
          </a:p>
        </p:txBody>
      </p:sp>
    </p:spTree>
    <p:extLst>
      <p:ext uri="{BB962C8B-B14F-4D97-AF65-F5344CB8AC3E}">
        <p14:creationId xmlns:p14="http://schemas.microsoft.com/office/powerpoint/2010/main" val="3888328082"/>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Number Placeholder 3">
            <a:extLst>
              <a:ext uri="{FF2B5EF4-FFF2-40B4-BE49-F238E27FC236}">
                <a16:creationId xmlns:a16="http://schemas.microsoft.com/office/drawing/2014/main" id="{61200F81-5721-309F-6EEF-3722B52C177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1388E8F8-0BC2-CA4B-8307-012DD6048471}" type="slidenum">
              <a:rPr lang="en-US" altLang="en-US" sz="1400">
                <a:solidFill>
                  <a:srgbClr val="990033"/>
                </a:solidFill>
              </a:rPr>
              <a:pPr>
                <a:spcBef>
                  <a:spcPct val="0"/>
                </a:spcBef>
                <a:buClrTx/>
                <a:buSzTx/>
                <a:buFontTx/>
                <a:buNone/>
              </a:pPr>
              <a:t>43</a:t>
            </a:fld>
            <a:endParaRPr lang="en-CA" altLang="en-US" sz="1400">
              <a:solidFill>
                <a:srgbClr val="990033"/>
              </a:solidFill>
            </a:endParaRPr>
          </a:p>
        </p:txBody>
      </p:sp>
      <p:sp>
        <p:nvSpPr>
          <p:cNvPr id="75778" name="Rectangle 2">
            <a:extLst>
              <a:ext uri="{FF2B5EF4-FFF2-40B4-BE49-F238E27FC236}">
                <a16:creationId xmlns:a16="http://schemas.microsoft.com/office/drawing/2014/main" id="{1E611B11-DEF1-0FBE-BBC4-7D4CEB2D7664}"/>
              </a:ext>
            </a:extLst>
          </p:cNvPr>
          <p:cNvSpPr>
            <a:spLocks noGrp="1" noChangeArrowheads="1"/>
          </p:cNvSpPr>
          <p:nvPr>
            <p:ph type="title"/>
          </p:nvPr>
        </p:nvSpPr>
        <p:spPr/>
        <p:txBody>
          <a:bodyPr/>
          <a:lstStyle/>
          <a:p>
            <a:pPr eaLnBrk="1" hangingPunct="1"/>
            <a:r>
              <a:rPr lang="en-US" altLang="en-US" sz="3200"/>
              <a:t>Additional Relational Operations (continued)</a:t>
            </a:r>
          </a:p>
        </p:txBody>
      </p:sp>
      <p:sp>
        <p:nvSpPr>
          <p:cNvPr id="75779" name="Rectangle 3">
            <a:extLst>
              <a:ext uri="{FF2B5EF4-FFF2-40B4-BE49-F238E27FC236}">
                <a16:creationId xmlns:a16="http://schemas.microsoft.com/office/drawing/2014/main" id="{570BA51C-BB53-755F-38FA-96538DAA6361}"/>
              </a:ext>
            </a:extLst>
          </p:cNvPr>
          <p:cNvSpPr>
            <a:spLocks noGrp="1" noChangeArrowheads="1"/>
          </p:cNvSpPr>
          <p:nvPr>
            <p:ph type="body" idx="1"/>
          </p:nvPr>
        </p:nvSpPr>
        <p:spPr/>
        <p:txBody>
          <a:bodyPr/>
          <a:lstStyle/>
          <a:p>
            <a:pPr eaLnBrk="1" hangingPunct="1">
              <a:lnSpc>
                <a:spcPct val="80000"/>
              </a:lnSpc>
            </a:pPr>
            <a:r>
              <a:rPr lang="en-US" altLang="en-US"/>
              <a:t>OUTER UNION Operations</a:t>
            </a:r>
          </a:p>
          <a:p>
            <a:pPr lvl="1" eaLnBrk="1" hangingPunct="1">
              <a:lnSpc>
                <a:spcPct val="80000"/>
              </a:lnSpc>
            </a:pPr>
            <a:r>
              <a:rPr lang="en-US" altLang="en-US"/>
              <a:t>The outer union operation was developed to take the union of tuples from two relations if the relations are </a:t>
            </a:r>
            <a:r>
              <a:rPr lang="en-US" altLang="en-US" i="1"/>
              <a:t>not type compatible</a:t>
            </a:r>
            <a:r>
              <a:rPr lang="en-US" altLang="en-US"/>
              <a:t>. </a:t>
            </a:r>
          </a:p>
          <a:p>
            <a:pPr lvl="1" eaLnBrk="1" hangingPunct="1">
              <a:lnSpc>
                <a:spcPct val="80000"/>
              </a:lnSpc>
            </a:pPr>
            <a:r>
              <a:rPr lang="en-US" altLang="en-US"/>
              <a:t>This operation will take the union of tuples in two relations R(X, Y) and S(X, Z) that are </a:t>
            </a:r>
            <a:r>
              <a:rPr lang="en-US" altLang="en-US" b="1"/>
              <a:t>partially compatible</a:t>
            </a:r>
            <a:r>
              <a:rPr lang="en-US" altLang="en-US"/>
              <a:t>, meaning that only some of their attributes, say X, are type compatible. </a:t>
            </a:r>
          </a:p>
          <a:p>
            <a:pPr lvl="1" eaLnBrk="1" hangingPunct="1">
              <a:lnSpc>
                <a:spcPct val="80000"/>
              </a:lnSpc>
            </a:pPr>
            <a:r>
              <a:rPr lang="en-US" altLang="en-US"/>
              <a:t>The attributes that are type compatible are represented only once in the result, and those attributes that are not type compatible from either relation are also kept in the result relation T(X, Y, Z).</a:t>
            </a:r>
          </a:p>
        </p:txBody>
      </p:sp>
    </p:spTree>
    <p:extLst>
      <p:ext uri="{BB962C8B-B14F-4D97-AF65-F5344CB8AC3E}">
        <p14:creationId xmlns:p14="http://schemas.microsoft.com/office/powerpoint/2010/main" val="412641721"/>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A09ACB5C-87F4-F633-6ED1-A892B86E1337}"/>
              </a:ext>
            </a:extLst>
          </p:cNvPr>
          <p:cNvSpPr>
            <a:spLocks noGrp="1" noChangeArrowheads="1"/>
          </p:cNvSpPr>
          <p:nvPr>
            <p:ph type="title"/>
          </p:nvPr>
        </p:nvSpPr>
        <p:spPr>
          <a:xfrm>
            <a:off x="1924051" y="-712788"/>
            <a:ext cx="7796213" cy="1541463"/>
          </a:xfrm>
        </p:spPr>
        <p:txBody>
          <a:bodyPr/>
          <a:lstStyle/>
          <a:p>
            <a:r>
              <a:rPr lang="en-US" altLang="en-US"/>
              <a:t> Outer  Join</a:t>
            </a:r>
            <a:endParaRPr lang="en-TW" altLang="en-TW"/>
          </a:p>
        </p:txBody>
      </p:sp>
      <p:graphicFrame>
        <p:nvGraphicFramePr>
          <p:cNvPr id="5" name="Table 5">
            <a:extLst>
              <a:ext uri="{FF2B5EF4-FFF2-40B4-BE49-F238E27FC236}">
                <a16:creationId xmlns:a16="http://schemas.microsoft.com/office/drawing/2014/main" id="{7C9B89E7-2B34-4188-5659-0A040157C96C}"/>
              </a:ext>
            </a:extLst>
          </p:cNvPr>
          <p:cNvGraphicFramePr>
            <a:graphicFrameLocks noGrp="1"/>
          </p:cNvGraphicFramePr>
          <p:nvPr>
            <p:ph idx="1"/>
          </p:nvPr>
        </p:nvGraphicFramePr>
        <p:xfrm>
          <a:off x="2778126" y="860425"/>
          <a:ext cx="2632075" cy="2571752"/>
        </p:xfrm>
        <a:graphic>
          <a:graphicData uri="http://schemas.openxmlformats.org/drawingml/2006/table">
            <a:tbl>
              <a:tblPr/>
              <a:tblGrid>
                <a:gridCol w="688975">
                  <a:extLst>
                    <a:ext uri="{9D8B030D-6E8A-4147-A177-3AD203B41FA5}">
                      <a16:colId xmlns:a16="http://schemas.microsoft.com/office/drawing/2014/main" val="2559940527"/>
                    </a:ext>
                  </a:extLst>
                </a:gridCol>
                <a:gridCol w="1063625">
                  <a:extLst>
                    <a:ext uri="{9D8B030D-6E8A-4147-A177-3AD203B41FA5}">
                      <a16:colId xmlns:a16="http://schemas.microsoft.com/office/drawing/2014/main" val="34572313"/>
                    </a:ext>
                  </a:extLst>
                </a:gridCol>
                <a:gridCol w="879475">
                  <a:extLst>
                    <a:ext uri="{9D8B030D-6E8A-4147-A177-3AD203B41FA5}">
                      <a16:colId xmlns:a16="http://schemas.microsoft.com/office/drawing/2014/main" val="3454299321"/>
                    </a:ext>
                  </a:extLst>
                </a:gridCol>
              </a:tblGrid>
              <a:tr h="64293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5294483"/>
                  </a:ext>
                </a:extLst>
              </a:tr>
              <a:tr h="64293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3556972996"/>
                  </a:ext>
                </a:extLst>
              </a:tr>
              <a:tr h="64293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3816097750"/>
                  </a:ext>
                </a:extLst>
              </a:tr>
              <a:tr h="64293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033</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Bake</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3859861961"/>
                  </a:ext>
                </a:extLst>
              </a:tr>
            </a:tbl>
          </a:graphicData>
        </a:graphic>
      </p:graphicFrame>
      <p:sp>
        <p:nvSpPr>
          <p:cNvPr id="77848" name="Slide Number Placeholder 3">
            <a:extLst>
              <a:ext uri="{FF2B5EF4-FFF2-40B4-BE49-F238E27FC236}">
                <a16:creationId xmlns:a16="http://schemas.microsoft.com/office/drawing/2014/main" id="{60F775D0-F0EE-ECB4-E535-7719FDEC7D7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465C0080-BD6E-2248-9191-98D9AFDB55F4}" type="slidenum">
              <a:rPr lang="en-US" altLang="en-US" sz="1400">
                <a:solidFill>
                  <a:srgbClr val="990033"/>
                </a:solidFill>
              </a:rPr>
              <a:pPr>
                <a:spcBef>
                  <a:spcPct val="0"/>
                </a:spcBef>
                <a:buClrTx/>
                <a:buSzTx/>
                <a:buFontTx/>
                <a:buNone/>
              </a:pPr>
              <a:t>44</a:t>
            </a:fld>
            <a:endParaRPr lang="en-CA" altLang="en-US" sz="1400">
              <a:solidFill>
                <a:srgbClr val="990033"/>
              </a:solidFill>
            </a:endParaRPr>
          </a:p>
        </p:txBody>
      </p:sp>
      <p:graphicFrame>
        <p:nvGraphicFramePr>
          <p:cNvPr id="6" name="Table 6">
            <a:extLst>
              <a:ext uri="{FF2B5EF4-FFF2-40B4-BE49-F238E27FC236}">
                <a16:creationId xmlns:a16="http://schemas.microsoft.com/office/drawing/2014/main" id="{D3CAAFAB-FA24-A848-2C15-89708DBD9C71}"/>
              </a:ext>
            </a:extLst>
          </p:cNvPr>
          <p:cNvGraphicFramePr>
            <a:graphicFrameLocks noGrp="1"/>
          </p:cNvGraphicFramePr>
          <p:nvPr/>
        </p:nvGraphicFramePr>
        <p:xfrm>
          <a:off x="6681788" y="1089025"/>
          <a:ext cx="3276600" cy="1714500"/>
        </p:xfrm>
        <a:graphic>
          <a:graphicData uri="http://schemas.openxmlformats.org/drawingml/2006/table">
            <a:tbl>
              <a:tblPr/>
              <a:tblGrid>
                <a:gridCol w="1509712">
                  <a:extLst>
                    <a:ext uri="{9D8B030D-6E8A-4147-A177-3AD203B41FA5}">
                      <a16:colId xmlns:a16="http://schemas.microsoft.com/office/drawing/2014/main" val="3325607451"/>
                    </a:ext>
                  </a:extLst>
                </a:gridCol>
                <a:gridCol w="1766888">
                  <a:extLst>
                    <a:ext uri="{9D8B030D-6E8A-4147-A177-3AD203B41FA5}">
                      <a16:colId xmlns:a16="http://schemas.microsoft.com/office/drawing/2014/main" val="2208060159"/>
                    </a:ext>
                  </a:extLst>
                </a:gridCol>
              </a:tblGrid>
              <a:tr h="3714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999766554"/>
                  </a:ext>
                </a:extLst>
              </a:tr>
              <a:tr h="3714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393629096"/>
                  </a:ext>
                </a:extLst>
              </a:tr>
              <a:tr h="4857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7</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Headquarter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526711137"/>
                  </a:ext>
                </a:extLst>
              </a:tr>
              <a:tr h="4857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4273028071"/>
                  </a:ext>
                </a:extLst>
              </a:tr>
            </a:tbl>
          </a:graphicData>
        </a:graphic>
      </p:graphicFrame>
      <p:graphicFrame>
        <p:nvGraphicFramePr>
          <p:cNvPr id="7" name="Table 7">
            <a:extLst>
              <a:ext uri="{FF2B5EF4-FFF2-40B4-BE49-F238E27FC236}">
                <a16:creationId xmlns:a16="http://schemas.microsoft.com/office/drawing/2014/main" id="{87D3BDA0-520B-1AC9-F549-916C7ED77129}"/>
              </a:ext>
            </a:extLst>
          </p:cNvPr>
          <p:cNvGraphicFramePr>
            <a:graphicFrameLocks noGrp="1"/>
          </p:cNvGraphicFramePr>
          <p:nvPr/>
        </p:nvGraphicFramePr>
        <p:xfrm>
          <a:off x="5791201" y="3278189"/>
          <a:ext cx="4822825" cy="1388073"/>
        </p:xfrm>
        <a:graphic>
          <a:graphicData uri="http://schemas.openxmlformats.org/drawingml/2006/table">
            <a:tbl>
              <a:tblPr/>
              <a:tblGrid>
                <a:gridCol w="1204913">
                  <a:extLst>
                    <a:ext uri="{9D8B030D-6E8A-4147-A177-3AD203B41FA5}">
                      <a16:colId xmlns:a16="http://schemas.microsoft.com/office/drawing/2014/main" val="3744515595"/>
                    </a:ext>
                  </a:extLst>
                </a:gridCol>
                <a:gridCol w="1206500">
                  <a:extLst>
                    <a:ext uri="{9D8B030D-6E8A-4147-A177-3AD203B41FA5}">
                      <a16:colId xmlns:a16="http://schemas.microsoft.com/office/drawing/2014/main" val="3246672449"/>
                    </a:ext>
                  </a:extLst>
                </a:gridCol>
                <a:gridCol w="1204912">
                  <a:extLst>
                    <a:ext uri="{9D8B030D-6E8A-4147-A177-3AD203B41FA5}">
                      <a16:colId xmlns:a16="http://schemas.microsoft.com/office/drawing/2014/main" val="4178321844"/>
                    </a:ext>
                  </a:extLst>
                </a:gridCol>
                <a:gridCol w="1206500">
                  <a:extLst>
                    <a:ext uri="{9D8B030D-6E8A-4147-A177-3AD203B41FA5}">
                      <a16:colId xmlns:a16="http://schemas.microsoft.com/office/drawing/2014/main" val="3586130573"/>
                    </a:ext>
                  </a:extLst>
                </a:gridCol>
              </a:tblGrid>
              <a:tr h="646113">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159566300"/>
                  </a:ext>
                </a:extLst>
              </a:tr>
              <a:tr h="37623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660446399"/>
                  </a:ext>
                </a:extLst>
              </a:tr>
              <a:tr h="36512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49" marR="9144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1869653055"/>
                  </a:ext>
                </a:extLst>
              </a:tr>
            </a:tbl>
          </a:graphicData>
        </a:graphic>
      </p:graphicFrame>
      <p:sp>
        <p:nvSpPr>
          <p:cNvPr id="77888" name="TextBox 7">
            <a:extLst>
              <a:ext uri="{FF2B5EF4-FFF2-40B4-BE49-F238E27FC236}">
                <a16:creationId xmlns:a16="http://schemas.microsoft.com/office/drawing/2014/main" id="{A0492FB2-F2CC-9BE6-E658-9D8D168BCF04}"/>
              </a:ext>
            </a:extLst>
          </p:cNvPr>
          <p:cNvSpPr txBox="1">
            <a:spLocks noChangeArrowheads="1"/>
          </p:cNvSpPr>
          <p:nvPr/>
        </p:nvSpPr>
        <p:spPr bwMode="auto">
          <a:xfrm>
            <a:off x="1752600" y="1809751"/>
            <a:ext cx="1079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EMP</a:t>
            </a:r>
            <a:endParaRPr lang="en-TW" altLang="en-TW" sz="2400">
              <a:solidFill>
                <a:schemeClr val="tx1"/>
              </a:solidFill>
            </a:endParaRPr>
          </a:p>
        </p:txBody>
      </p:sp>
      <p:sp>
        <p:nvSpPr>
          <p:cNvPr id="77889" name="TextBox 8">
            <a:extLst>
              <a:ext uri="{FF2B5EF4-FFF2-40B4-BE49-F238E27FC236}">
                <a16:creationId xmlns:a16="http://schemas.microsoft.com/office/drawing/2014/main" id="{4844699F-9F75-CDDF-603A-647CBAA2485F}"/>
              </a:ext>
            </a:extLst>
          </p:cNvPr>
          <p:cNvSpPr txBox="1">
            <a:spLocks noChangeArrowheads="1"/>
          </p:cNvSpPr>
          <p:nvPr/>
        </p:nvSpPr>
        <p:spPr bwMode="auto">
          <a:xfrm>
            <a:off x="5640389" y="1577976"/>
            <a:ext cx="835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Dept</a:t>
            </a:r>
            <a:endParaRPr lang="en-TW" altLang="en-TW" sz="2400">
              <a:solidFill>
                <a:schemeClr val="tx1"/>
              </a:solidFill>
            </a:endParaRPr>
          </a:p>
        </p:txBody>
      </p:sp>
      <p:sp>
        <p:nvSpPr>
          <p:cNvPr id="77890" name="TextBox 9">
            <a:extLst>
              <a:ext uri="{FF2B5EF4-FFF2-40B4-BE49-F238E27FC236}">
                <a16:creationId xmlns:a16="http://schemas.microsoft.com/office/drawing/2014/main" id="{B093D7C9-C37B-9E06-0E77-E6002E9BF1A2}"/>
              </a:ext>
            </a:extLst>
          </p:cNvPr>
          <p:cNvSpPr txBox="1">
            <a:spLocks noChangeArrowheads="1"/>
          </p:cNvSpPr>
          <p:nvPr/>
        </p:nvSpPr>
        <p:spPr bwMode="auto">
          <a:xfrm>
            <a:off x="2292350" y="3594101"/>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EMP * Dept</a:t>
            </a:r>
            <a:endParaRPr lang="en-TW" altLang="en-TW" sz="2400">
              <a:solidFill>
                <a:schemeClr val="tx1"/>
              </a:solidFill>
            </a:endParaRPr>
          </a:p>
        </p:txBody>
      </p:sp>
      <p:grpSp>
        <p:nvGrpSpPr>
          <p:cNvPr id="77891" name="Group 4">
            <a:extLst>
              <a:ext uri="{FF2B5EF4-FFF2-40B4-BE49-F238E27FC236}">
                <a16:creationId xmlns:a16="http://schemas.microsoft.com/office/drawing/2014/main" id="{A816C06E-C28D-DEF4-15E7-522C2491A65A}"/>
              </a:ext>
            </a:extLst>
          </p:cNvPr>
          <p:cNvGrpSpPr>
            <a:grpSpLocks/>
          </p:cNvGrpSpPr>
          <p:nvPr/>
        </p:nvGrpSpPr>
        <p:grpSpPr bwMode="auto">
          <a:xfrm>
            <a:off x="2514600" y="6076950"/>
            <a:ext cx="393700" cy="266700"/>
            <a:chOff x="2672" y="1534"/>
            <a:chExt cx="1670" cy="666"/>
          </a:xfrm>
        </p:grpSpPr>
        <p:grpSp>
          <p:nvGrpSpPr>
            <p:cNvPr id="77920" name="Group 5">
              <a:extLst>
                <a:ext uri="{FF2B5EF4-FFF2-40B4-BE49-F238E27FC236}">
                  <a16:creationId xmlns:a16="http://schemas.microsoft.com/office/drawing/2014/main" id="{FC95B7AA-21B4-2791-DD1A-B09A65C06D85}"/>
                </a:ext>
              </a:extLst>
            </p:cNvPr>
            <p:cNvGrpSpPr>
              <a:grpSpLocks/>
            </p:cNvGrpSpPr>
            <p:nvPr/>
          </p:nvGrpSpPr>
          <p:grpSpPr bwMode="auto">
            <a:xfrm>
              <a:off x="3112" y="1534"/>
              <a:ext cx="1230" cy="666"/>
              <a:chOff x="377" y="2904"/>
              <a:chExt cx="154" cy="110"/>
            </a:xfrm>
          </p:grpSpPr>
          <p:sp>
            <p:nvSpPr>
              <p:cNvPr id="77923" name="Line 6">
                <a:extLst>
                  <a:ext uri="{FF2B5EF4-FFF2-40B4-BE49-F238E27FC236}">
                    <a16:creationId xmlns:a16="http://schemas.microsoft.com/office/drawing/2014/main" id="{33B760F1-A299-4A98-67B3-9F86B8CB1488}"/>
                  </a:ext>
                </a:extLst>
              </p:cNvPr>
              <p:cNvSpPr>
                <a:spLocks noChangeShapeType="1"/>
              </p:cNvSpPr>
              <p:nvPr/>
            </p:nvSpPr>
            <p:spPr bwMode="auto">
              <a:xfrm>
                <a:off x="381"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7924" name="Line 7">
                <a:extLst>
                  <a:ext uri="{FF2B5EF4-FFF2-40B4-BE49-F238E27FC236}">
                    <a16:creationId xmlns:a16="http://schemas.microsoft.com/office/drawing/2014/main" id="{0335BA21-9E97-5F43-95CE-54AC1EB5E5F4}"/>
                  </a:ext>
                </a:extLst>
              </p:cNvPr>
              <p:cNvSpPr>
                <a:spLocks noChangeShapeType="1"/>
              </p:cNvSpPr>
              <p:nvPr/>
            </p:nvSpPr>
            <p:spPr bwMode="auto">
              <a:xfrm>
                <a:off x="527"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7925" name="Line 8">
                <a:extLst>
                  <a:ext uri="{FF2B5EF4-FFF2-40B4-BE49-F238E27FC236}">
                    <a16:creationId xmlns:a16="http://schemas.microsoft.com/office/drawing/2014/main" id="{EA031FA6-232F-068E-DA11-84E59FA29508}"/>
                  </a:ext>
                </a:extLst>
              </p:cNvPr>
              <p:cNvSpPr>
                <a:spLocks noChangeShapeType="1"/>
              </p:cNvSpPr>
              <p:nvPr/>
            </p:nvSpPr>
            <p:spPr bwMode="auto">
              <a:xfrm>
                <a:off x="385" y="2904"/>
                <a:ext cx="138"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7926" name="Line 9">
                <a:extLst>
                  <a:ext uri="{FF2B5EF4-FFF2-40B4-BE49-F238E27FC236}">
                    <a16:creationId xmlns:a16="http://schemas.microsoft.com/office/drawing/2014/main" id="{C186DB51-BF17-EA59-4978-B1C29ACA157A}"/>
                  </a:ext>
                </a:extLst>
              </p:cNvPr>
              <p:cNvSpPr>
                <a:spLocks noChangeShapeType="1"/>
              </p:cNvSpPr>
              <p:nvPr/>
            </p:nvSpPr>
            <p:spPr bwMode="auto">
              <a:xfrm flipH="1">
                <a:off x="377" y="2904"/>
                <a:ext cx="154"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grpSp>
        <p:sp>
          <p:nvSpPr>
            <p:cNvPr id="77921" name="Line 10">
              <a:extLst>
                <a:ext uri="{FF2B5EF4-FFF2-40B4-BE49-F238E27FC236}">
                  <a16:creationId xmlns:a16="http://schemas.microsoft.com/office/drawing/2014/main" id="{9080DE8A-3BEC-822B-2769-949CBE47C250}"/>
                </a:ext>
              </a:extLst>
            </p:cNvPr>
            <p:cNvSpPr>
              <a:spLocks noChangeShapeType="1"/>
            </p:cNvSpPr>
            <p:nvPr/>
          </p:nvSpPr>
          <p:spPr bwMode="auto">
            <a:xfrm flipH="1">
              <a:off x="2672" y="2200"/>
              <a:ext cx="440" cy="0"/>
            </a:xfrm>
            <a:prstGeom prst="line">
              <a:avLst/>
            </a:prstGeom>
            <a:noFill/>
            <a:ln w="6350">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a:p>
          </p:txBody>
        </p:sp>
        <p:sp>
          <p:nvSpPr>
            <p:cNvPr id="77922" name="Line 11">
              <a:extLst>
                <a:ext uri="{FF2B5EF4-FFF2-40B4-BE49-F238E27FC236}">
                  <a16:creationId xmlns:a16="http://schemas.microsoft.com/office/drawing/2014/main" id="{F049AE48-B31F-2995-CF90-BCA7585C2118}"/>
                </a:ext>
              </a:extLst>
            </p:cNvPr>
            <p:cNvSpPr>
              <a:spLocks noChangeShapeType="1"/>
            </p:cNvSpPr>
            <p:nvPr/>
          </p:nvSpPr>
          <p:spPr bwMode="auto">
            <a:xfrm flipH="1">
              <a:off x="2672" y="1534"/>
              <a:ext cx="440" cy="0"/>
            </a:xfrm>
            <a:prstGeom prst="line">
              <a:avLst/>
            </a:prstGeom>
            <a:noFill/>
            <a:ln w="6350">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a:p>
          </p:txBody>
        </p:sp>
      </p:grpSp>
      <p:sp>
        <p:nvSpPr>
          <p:cNvPr id="77892" name="Rectangle 2">
            <a:extLst>
              <a:ext uri="{FF2B5EF4-FFF2-40B4-BE49-F238E27FC236}">
                <a16:creationId xmlns:a16="http://schemas.microsoft.com/office/drawing/2014/main" id="{6CD7E474-11EB-5F89-7F63-8D244D140EEC}"/>
              </a:ext>
            </a:extLst>
          </p:cNvPr>
          <p:cNvSpPr>
            <a:spLocks noChangeArrowheads="1"/>
          </p:cNvSpPr>
          <p:nvPr/>
        </p:nvSpPr>
        <p:spPr bwMode="auto">
          <a:xfrm>
            <a:off x="1701800" y="5980114"/>
            <a:ext cx="2419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EMP       Dept</a:t>
            </a:r>
          </a:p>
        </p:txBody>
      </p:sp>
      <p:graphicFrame>
        <p:nvGraphicFramePr>
          <p:cNvPr id="19" name="Table 18">
            <a:extLst>
              <a:ext uri="{FF2B5EF4-FFF2-40B4-BE49-F238E27FC236}">
                <a16:creationId xmlns:a16="http://schemas.microsoft.com/office/drawing/2014/main" id="{356E4C2A-7004-FC3A-9822-603EDF6D6426}"/>
              </a:ext>
            </a:extLst>
          </p:cNvPr>
          <p:cNvGraphicFramePr>
            <a:graphicFrameLocks noGrp="1"/>
          </p:cNvGraphicFramePr>
          <p:nvPr/>
        </p:nvGraphicFramePr>
        <p:xfrm>
          <a:off x="4648200" y="4768850"/>
          <a:ext cx="5029200" cy="1850604"/>
        </p:xfrm>
        <a:graphic>
          <a:graphicData uri="http://schemas.openxmlformats.org/drawingml/2006/table">
            <a:tbl>
              <a:tblPr/>
              <a:tblGrid>
                <a:gridCol w="1257300">
                  <a:extLst>
                    <a:ext uri="{9D8B030D-6E8A-4147-A177-3AD203B41FA5}">
                      <a16:colId xmlns:a16="http://schemas.microsoft.com/office/drawing/2014/main" val="1663220891"/>
                    </a:ext>
                  </a:extLst>
                </a:gridCol>
                <a:gridCol w="1257300">
                  <a:extLst>
                    <a:ext uri="{9D8B030D-6E8A-4147-A177-3AD203B41FA5}">
                      <a16:colId xmlns:a16="http://schemas.microsoft.com/office/drawing/2014/main" val="2773478585"/>
                    </a:ext>
                  </a:extLst>
                </a:gridCol>
                <a:gridCol w="1257300">
                  <a:extLst>
                    <a:ext uri="{9D8B030D-6E8A-4147-A177-3AD203B41FA5}">
                      <a16:colId xmlns:a16="http://schemas.microsoft.com/office/drawing/2014/main" val="664504107"/>
                    </a:ext>
                  </a:extLst>
                </a:gridCol>
                <a:gridCol w="1257300">
                  <a:extLst>
                    <a:ext uri="{9D8B030D-6E8A-4147-A177-3AD203B41FA5}">
                      <a16:colId xmlns:a16="http://schemas.microsoft.com/office/drawing/2014/main" val="3803501275"/>
                    </a:ext>
                  </a:extLst>
                </a:gridCol>
              </a:tblGrid>
              <a:tr h="64770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772572694"/>
                  </a:ext>
                </a:extLst>
              </a:tr>
              <a:tr h="47148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3334855366"/>
                  </a:ext>
                </a:extLst>
              </a:tr>
              <a:tr h="36512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648332664"/>
                  </a:ext>
                </a:extLst>
              </a:tr>
              <a:tr h="36512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033</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Bake</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3839093059"/>
                  </a:ext>
                </a:extLst>
              </a:tr>
            </a:tbl>
          </a:graphicData>
        </a:graphic>
      </p:graphicFrame>
    </p:spTree>
    <p:extLst>
      <p:ext uri="{BB962C8B-B14F-4D97-AF65-F5344CB8AC3E}">
        <p14:creationId xmlns:p14="http://schemas.microsoft.com/office/powerpoint/2010/main" val="2041355694"/>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93E34776-A414-8070-BE51-54E23FB97BE5}"/>
              </a:ext>
            </a:extLst>
          </p:cNvPr>
          <p:cNvGraphicFramePr>
            <a:graphicFrameLocks noGrp="1"/>
          </p:cNvGraphicFramePr>
          <p:nvPr>
            <p:ph idx="1"/>
          </p:nvPr>
        </p:nvGraphicFramePr>
        <p:xfrm>
          <a:off x="2960689" y="93663"/>
          <a:ext cx="2632075" cy="2158046"/>
        </p:xfrm>
        <a:graphic>
          <a:graphicData uri="http://schemas.openxmlformats.org/drawingml/2006/table">
            <a:tbl>
              <a:tblPr/>
              <a:tblGrid>
                <a:gridCol w="688975">
                  <a:extLst>
                    <a:ext uri="{9D8B030D-6E8A-4147-A177-3AD203B41FA5}">
                      <a16:colId xmlns:a16="http://schemas.microsoft.com/office/drawing/2014/main" val="2137765220"/>
                    </a:ext>
                  </a:extLst>
                </a:gridCol>
                <a:gridCol w="1028700">
                  <a:extLst>
                    <a:ext uri="{9D8B030D-6E8A-4147-A177-3AD203B41FA5}">
                      <a16:colId xmlns:a16="http://schemas.microsoft.com/office/drawing/2014/main" val="765744388"/>
                    </a:ext>
                  </a:extLst>
                </a:gridCol>
                <a:gridCol w="914400">
                  <a:extLst>
                    <a:ext uri="{9D8B030D-6E8A-4147-A177-3AD203B41FA5}">
                      <a16:colId xmlns:a16="http://schemas.microsoft.com/office/drawing/2014/main" val="3800671614"/>
                    </a:ext>
                  </a:extLst>
                </a:gridCol>
              </a:tblGrid>
              <a:tr h="61753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291542930"/>
                  </a:ext>
                </a:extLst>
              </a:tr>
              <a:tr h="5873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1041723916"/>
                  </a:ext>
                </a:extLst>
              </a:tr>
              <a:tr h="5873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3448173723"/>
                  </a:ext>
                </a:extLst>
              </a:tr>
              <a:tr h="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033</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Bake</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2435108866"/>
                  </a:ext>
                </a:extLst>
              </a:tr>
            </a:tbl>
          </a:graphicData>
        </a:graphic>
      </p:graphicFrame>
      <p:sp>
        <p:nvSpPr>
          <p:cNvPr id="78871" name="Slide Number Placeholder 3">
            <a:extLst>
              <a:ext uri="{FF2B5EF4-FFF2-40B4-BE49-F238E27FC236}">
                <a16:creationId xmlns:a16="http://schemas.microsoft.com/office/drawing/2014/main" id="{9258A0FA-5887-9823-91F9-6ACC86125FD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400">
                <a:solidFill>
                  <a:srgbClr val="990033"/>
                </a:solidFill>
              </a:rPr>
              <a:t>Slide 8- </a:t>
            </a:r>
            <a:fld id="{159FD5DA-E2F3-0642-A029-E6B6AFCA323D}" type="slidenum">
              <a:rPr lang="en-US" altLang="en-US" sz="1400">
                <a:solidFill>
                  <a:srgbClr val="990033"/>
                </a:solidFill>
              </a:rPr>
              <a:pPr>
                <a:spcBef>
                  <a:spcPct val="0"/>
                </a:spcBef>
                <a:buClrTx/>
                <a:buSzTx/>
                <a:buFontTx/>
                <a:buNone/>
              </a:pPr>
              <a:t>45</a:t>
            </a:fld>
            <a:endParaRPr lang="en-CA" altLang="en-US" sz="1400">
              <a:solidFill>
                <a:srgbClr val="990033"/>
              </a:solidFill>
            </a:endParaRPr>
          </a:p>
        </p:txBody>
      </p:sp>
      <p:graphicFrame>
        <p:nvGraphicFramePr>
          <p:cNvPr id="6" name="Table 6">
            <a:extLst>
              <a:ext uri="{FF2B5EF4-FFF2-40B4-BE49-F238E27FC236}">
                <a16:creationId xmlns:a16="http://schemas.microsoft.com/office/drawing/2014/main" id="{7ECD49C3-ED4B-0FD4-A8E6-312F671DA1F6}"/>
              </a:ext>
            </a:extLst>
          </p:cNvPr>
          <p:cNvGraphicFramePr>
            <a:graphicFrameLocks noGrp="1"/>
          </p:cNvGraphicFramePr>
          <p:nvPr/>
        </p:nvGraphicFramePr>
        <p:xfrm>
          <a:off x="6819900" y="155575"/>
          <a:ext cx="3276600" cy="1882776"/>
        </p:xfrm>
        <a:graphic>
          <a:graphicData uri="http://schemas.openxmlformats.org/drawingml/2006/table">
            <a:tbl>
              <a:tblPr/>
              <a:tblGrid>
                <a:gridCol w="1509713">
                  <a:extLst>
                    <a:ext uri="{9D8B030D-6E8A-4147-A177-3AD203B41FA5}">
                      <a16:colId xmlns:a16="http://schemas.microsoft.com/office/drawing/2014/main" val="3072884285"/>
                    </a:ext>
                  </a:extLst>
                </a:gridCol>
                <a:gridCol w="1766887">
                  <a:extLst>
                    <a:ext uri="{9D8B030D-6E8A-4147-A177-3AD203B41FA5}">
                      <a16:colId xmlns:a16="http://schemas.microsoft.com/office/drawing/2014/main" val="2753758075"/>
                    </a:ext>
                  </a:extLst>
                </a:gridCol>
              </a:tblGrid>
              <a:tr h="40798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38476000"/>
                  </a:ext>
                </a:extLst>
              </a:tr>
              <a:tr h="40798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2140838994"/>
                  </a:ext>
                </a:extLst>
              </a:tr>
              <a:tr h="53340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7</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Headquarter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204112837"/>
                  </a:ext>
                </a:extLst>
              </a:tr>
              <a:tr h="53340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45" marB="4574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1247696178"/>
                  </a:ext>
                </a:extLst>
              </a:tr>
            </a:tbl>
          </a:graphicData>
        </a:graphic>
      </p:graphicFrame>
      <p:sp>
        <p:nvSpPr>
          <p:cNvPr id="78889" name="TextBox 7">
            <a:extLst>
              <a:ext uri="{FF2B5EF4-FFF2-40B4-BE49-F238E27FC236}">
                <a16:creationId xmlns:a16="http://schemas.microsoft.com/office/drawing/2014/main" id="{8AE72C78-37ED-DEB0-1362-5687FE621072}"/>
              </a:ext>
            </a:extLst>
          </p:cNvPr>
          <p:cNvSpPr txBox="1">
            <a:spLocks noChangeArrowheads="1"/>
          </p:cNvSpPr>
          <p:nvPr/>
        </p:nvSpPr>
        <p:spPr bwMode="auto">
          <a:xfrm>
            <a:off x="1890713" y="652463"/>
            <a:ext cx="1079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EMP</a:t>
            </a:r>
            <a:endParaRPr lang="en-TW" altLang="en-TW" sz="2400">
              <a:solidFill>
                <a:schemeClr val="tx1"/>
              </a:solidFill>
            </a:endParaRPr>
          </a:p>
        </p:txBody>
      </p:sp>
      <p:sp>
        <p:nvSpPr>
          <p:cNvPr id="78890" name="TextBox 8">
            <a:extLst>
              <a:ext uri="{FF2B5EF4-FFF2-40B4-BE49-F238E27FC236}">
                <a16:creationId xmlns:a16="http://schemas.microsoft.com/office/drawing/2014/main" id="{73DF7EDE-50FD-8E92-2F15-2FF7E8D3501D}"/>
              </a:ext>
            </a:extLst>
          </p:cNvPr>
          <p:cNvSpPr txBox="1">
            <a:spLocks noChangeArrowheads="1"/>
          </p:cNvSpPr>
          <p:nvPr/>
        </p:nvSpPr>
        <p:spPr bwMode="auto">
          <a:xfrm>
            <a:off x="5640388" y="609601"/>
            <a:ext cx="1179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Dept</a:t>
            </a:r>
            <a:endParaRPr lang="en-TW" altLang="en-TW" sz="2400">
              <a:solidFill>
                <a:schemeClr val="tx1"/>
              </a:solidFill>
            </a:endParaRPr>
          </a:p>
        </p:txBody>
      </p:sp>
      <p:sp>
        <p:nvSpPr>
          <p:cNvPr id="78891" name="Rectangle 2">
            <a:extLst>
              <a:ext uri="{FF2B5EF4-FFF2-40B4-BE49-F238E27FC236}">
                <a16:creationId xmlns:a16="http://schemas.microsoft.com/office/drawing/2014/main" id="{17E4A914-4A9E-52AF-B1F1-B0BBB22E75C1}"/>
              </a:ext>
            </a:extLst>
          </p:cNvPr>
          <p:cNvSpPr>
            <a:spLocks noChangeArrowheads="1"/>
          </p:cNvSpPr>
          <p:nvPr/>
        </p:nvSpPr>
        <p:spPr bwMode="auto">
          <a:xfrm>
            <a:off x="1687514" y="3049589"/>
            <a:ext cx="2632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EMP          Dept</a:t>
            </a:r>
          </a:p>
        </p:txBody>
      </p:sp>
      <p:graphicFrame>
        <p:nvGraphicFramePr>
          <p:cNvPr id="19" name="Table 18">
            <a:extLst>
              <a:ext uri="{FF2B5EF4-FFF2-40B4-BE49-F238E27FC236}">
                <a16:creationId xmlns:a16="http://schemas.microsoft.com/office/drawing/2014/main" id="{B1D66603-86AF-CEE0-1F0C-DBF3EF4B7406}"/>
              </a:ext>
            </a:extLst>
          </p:cNvPr>
          <p:cNvGraphicFramePr>
            <a:graphicFrameLocks noGrp="1"/>
          </p:cNvGraphicFramePr>
          <p:nvPr/>
        </p:nvGraphicFramePr>
        <p:xfrm>
          <a:off x="3962401" y="2374900"/>
          <a:ext cx="6308725" cy="1541624"/>
        </p:xfrm>
        <a:graphic>
          <a:graphicData uri="http://schemas.openxmlformats.org/drawingml/2006/table">
            <a:tbl>
              <a:tblPr/>
              <a:tblGrid>
                <a:gridCol w="1576388">
                  <a:extLst>
                    <a:ext uri="{9D8B030D-6E8A-4147-A177-3AD203B41FA5}">
                      <a16:colId xmlns:a16="http://schemas.microsoft.com/office/drawing/2014/main" val="3482678431"/>
                    </a:ext>
                  </a:extLst>
                </a:gridCol>
                <a:gridCol w="1577975">
                  <a:extLst>
                    <a:ext uri="{9D8B030D-6E8A-4147-A177-3AD203B41FA5}">
                      <a16:colId xmlns:a16="http://schemas.microsoft.com/office/drawing/2014/main" val="3622330132"/>
                    </a:ext>
                  </a:extLst>
                </a:gridCol>
                <a:gridCol w="1576387">
                  <a:extLst>
                    <a:ext uri="{9D8B030D-6E8A-4147-A177-3AD203B41FA5}">
                      <a16:colId xmlns:a16="http://schemas.microsoft.com/office/drawing/2014/main" val="704060259"/>
                    </a:ext>
                  </a:extLst>
                </a:gridCol>
                <a:gridCol w="1577975">
                  <a:extLst>
                    <a:ext uri="{9D8B030D-6E8A-4147-A177-3AD203B41FA5}">
                      <a16:colId xmlns:a16="http://schemas.microsoft.com/office/drawing/2014/main" val="832438090"/>
                    </a:ext>
                  </a:extLst>
                </a:gridCol>
              </a:tblGrid>
              <a:tr h="44450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80691753"/>
                  </a:ext>
                </a:extLst>
              </a:tr>
              <a:tr h="27305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483122461"/>
                  </a:ext>
                </a:extLst>
              </a:tr>
              <a:tr h="295275">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7</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Headquarter</a:t>
                      </a: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788434444"/>
                  </a:ext>
                </a:extLst>
              </a:tr>
              <a:tr h="27305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4018049388"/>
                  </a:ext>
                </a:extLst>
              </a:tr>
            </a:tbl>
          </a:graphicData>
        </a:graphic>
      </p:graphicFrame>
      <p:grpSp>
        <p:nvGrpSpPr>
          <p:cNvPr id="78919" name="Group 12">
            <a:extLst>
              <a:ext uri="{FF2B5EF4-FFF2-40B4-BE49-F238E27FC236}">
                <a16:creationId xmlns:a16="http://schemas.microsoft.com/office/drawing/2014/main" id="{92218BF5-80F7-6599-2E01-BDCAD9D6B6AD}"/>
              </a:ext>
            </a:extLst>
          </p:cNvPr>
          <p:cNvGrpSpPr>
            <a:grpSpLocks/>
          </p:cNvGrpSpPr>
          <p:nvPr/>
        </p:nvGrpSpPr>
        <p:grpSpPr bwMode="auto">
          <a:xfrm>
            <a:off x="2514600" y="3124200"/>
            <a:ext cx="687388" cy="304800"/>
            <a:chOff x="2537" y="3040"/>
            <a:chExt cx="311" cy="168"/>
          </a:xfrm>
        </p:grpSpPr>
        <p:grpSp>
          <p:nvGrpSpPr>
            <p:cNvPr id="78963" name="Group 13">
              <a:extLst>
                <a:ext uri="{FF2B5EF4-FFF2-40B4-BE49-F238E27FC236}">
                  <a16:creationId xmlns:a16="http://schemas.microsoft.com/office/drawing/2014/main" id="{B0E58D03-F42C-0ACB-1452-EFD583431FFA}"/>
                </a:ext>
              </a:extLst>
            </p:cNvPr>
            <p:cNvGrpSpPr>
              <a:grpSpLocks/>
            </p:cNvGrpSpPr>
            <p:nvPr/>
          </p:nvGrpSpPr>
          <p:grpSpPr bwMode="auto">
            <a:xfrm>
              <a:off x="2537" y="3040"/>
              <a:ext cx="183" cy="168"/>
              <a:chOff x="377" y="2904"/>
              <a:chExt cx="154" cy="110"/>
            </a:xfrm>
          </p:grpSpPr>
          <p:sp>
            <p:nvSpPr>
              <p:cNvPr id="78966" name="Line 14">
                <a:extLst>
                  <a:ext uri="{FF2B5EF4-FFF2-40B4-BE49-F238E27FC236}">
                    <a16:creationId xmlns:a16="http://schemas.microsoft.com/office/drawing/2014/main" id="{74EEDADE-F937-453A-8EB3-CED3669BFC03}"/>
                  </a:ext>
                </a:extLst>
              </p:cNvPr>
              <p:cNvSpPr>
                <a:spLocks noChangeShapeType="1"/>
              </p:cNvSpPr>
              <p:nvPr/>
            </p:nvSpPr>
            <p:spPr bwMode="auto">
              <a:xfrm>
                <a:off x="381"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8967" name="Line 15">
                <a:extLst>
                  <a:ext uri="{FF2B5EF4-FFF2-40B4-BE49-F238E27FC236}">
                    <a16:creationId xmlns:a16="http://schemas.microsoft.com/office/drawing/2014/main" id="{29EBAABC-D2A5-B56A-2967-1A8D59D5CF83}"/>
                  </a:ext>
                </a:extLst>
              </p:cNvPr>
              <p:cNvSpPr>
                <a:spLocks noChangeShapeType="1"/>
              </p:cNvSpPr>
              <p:nvPr/>
            </p:nvSpPr>
            <p:spPr bwMode="auto">
              <a:xfrm>
                <a:off x="527"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8968" name="Line 16">
                <a:extLst>
                  <a:ext uri="{FF2B5EF4-FFF2-40B4-BE49-F238E27FC236}">
                    <a16:creationId xmlns:a16="http://schemas.microsoft.com/office/drawing/2014/main" id="{17D4B706-B07A-B82C-481C-1BC008803C2E}"/>
                  </a:ext>
                </a:extLst>
              </p:cNvPr>
              <p:cNvSpPr>
                <a:spLocks noChangeShapeType="1"/>
              </p:cNvSpPr>
              <p:nvPr/>
            </p:nvSpPr>
            <p:spPr bwMode="auto">
              <a:xfrm>
                <a:off x="385" y="2904"/>
                <a:ext cx="138"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8969" name="Line 17">
                <a:extLst>
                  <a:ext uri="{FF2B5EF4-FFF2-40B4-BE49-F238E27FC236}">
                    <a16:creationId xmlns:a16="http://schemas.microsoft.com/office/drawing/2014/main" id="{02093786-E61C-3BBD-7593-D33712237F3E}"/>
                  </a:ext>
                </a:extLst>
              </p:cNvPr>
              <p:cNvSpPr>
                <a:spLocks noChangeShapeType="1"/>
              </p:cNvSpPr>
              <p:nvPr/>
            </p:nvSpPr>
            <p:spPr bwMode="auto">
              <a:xfrm flipH="1">
                <a:off x="377" y="2904"/>
                <a:ext cx="154"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grpSp>
        <p:sp>
          <p:nvSpPr>
            <p:cNvPr id="78964" name="Line 18">
              <a:extLst>
                <a:ext uri="{FF2B5EF4-FFF2-40B4-BE49-F238E27FC236}">
                  <a16:creationId xmlns:a16="http://schemas.microsoft.com/office/drawing/2014/main" id="{8A37A691-5EAA-4E08-A511-53A1377B9434}"/>
                </a:ext>
              </a:extLst>
            </p:cNvPr>
            <p:cNvSpPr>
              <a:spLocks noChangeShapeType="1"/>
            </p:cNvSpPr>
            <p:nvPr/>
          </p:nvSpPr>
          <p:spPr bwMode="auto">
            <a:xfrm>
              <a:off x="2720" y="3040"/>
              <a:ext cx="128"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a:p>
          </p:txBody>
        </p:sp>
        <p:sp>
          <p:nvSpPr>
            <p:cNvPr id="78965" name="Line 19">
              <a:extLst>
                <a:ext uri="{FF2B5EF4-FFF2-40B4-BE49-F238E27FC236}">
                  <a16:creationId xmlns:a16="http://schemas.microsoft.com/office/drawing/2014/main" id="{CC5EBECE-BD21-DDD3-1BB1-BDCC09A66993}"/>
                </a:ext>
              </a:extLst>
            </p:cNvPr>
            <p:cNvSpPr>
              <a:spLocks noChangeShapeType="1"/>
            </p:cNvSpPr>
            <p:nvPr/>
          </p:nvSpPr>
          <p:spPr bwMode="auto">
            <a:xfrm>
              <a:off x="2720" y="3208"/>
              <a:ext cx="128"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a:p>
          </p:txBody>
        </p:sp>
      </p:grpSp>
      <p:graphicFrame>
        <p:nvGraphicFramePr>
          <p:cNvPr id="28" name="Table 27">
            <a:extLst>
              <a:ext uri="{FF2B5EF4-FFF2-40B4-BE49-F238E27FC236}">
                <a16:creationId xmlns:a16="http://schemas.microsoft.com/office/drawing/2014/main" id="{6256007A-C98D-2F4E-4985-C90F9F0C1B31}"/>
              </a:ext>
            </a:extLst>
          </p:cNvPr>
          <p:cNvGraphicFramePr>
            <a:graphicFrameLocks noGrp="1"/>
          </p:cNvGraphicFramePr>
          <p:nvPr/>
        </p:nvGraphicFramePr>
        <p:xfrm>
          <a:off x="3962401" y="4041775"/>
          <a:ext cx="6308725" cy="1907382"/>
        </p:xfrm>
        <a:graphic>
          <a:graphicData uri="http://schemas.openxmlformats.org/drawingml/2006/table">
            <a:tbl>
              <a:tblPr/>
              <a:tblGrid>
                <a:gridCol w="1576388">
                  <a:extLst>
                    <a:ext uri="{9D8B030D-6E8A-4147-A177-3AD203B41FA5}">
                      <a16:colId xmlns:a16="http://schemas.microsoft.com/office/drawing/2014/main" val="3834651535"/>
                    </a:ext>
                  </a:extLst>
                </a:gridCol>
                <a:gridCol w="1577975">
                  <a:extLst>
                    <a:ext uri="{9D8B030D-6E8A-4147-A177-3AD203B41FA5}">
                      <a16:colId xmlns:a16="http://schemas.microsoft.com/office/drawing/2014/main" val="3464302400"/>
                    </a:ext>
                  </a:extLst>
                </a:gridCol>
                <a:gridCol w="1576387">
                  <a:extLst>
                    <a:ext uri="{9D8B030D-6E8A-4147-A177-3AD203B41FA5}">
                      <a16:colId xmlns:a16="http://schemas.microsoft.com/office/drawing/2014/main" val="1399429255"/>
                    </a:ext>
                  </a:extLst>
                </a:gridCol>
                <a:gridCol w="1577975">
                  <a:extLst>
                    <a:ext uri="{9D8B030D-6E8A-4147-A177-3AD203B41FA5}">
                      <a16:colId xmlns:a16="http://schemas.microsoft.com/office/drawing/2014/main" val="1879810419"/>
                    </a:ext>
                  </a:extLst>
                </a:gridCol>
              </a:tblGrid>
              <a:tr h="44450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SSN</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DNO</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rPr>
                        <a:t>Dname</a:t>
                      </a:r>
                      <a:endParaRPr kumimoji="0" lang="en-TW" altLang="en-TW" sz="1800" b="1" i="0" u="none" strike="noStrike" cap="none" normalizeH="0" baseline="0">
                        <a:ln>
                          <a:noFill/>
                        </a:ln>
                        <a:solidFill>
                          <a:srgbClr val="FFFFFF"/>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648956002"/>
                  </a:ext>
                </a:extLst>
              </a:tr>
              <a:tr h="27305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011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John</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Research</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150685109"/>
                  </a:ext>
                </a:extLst>
              </a:tr>
              <a:tr h="31273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022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Jennifer</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Marketing</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2538233000"/>
                  </a:ext>
                </a:extLst>
              </a:tr>
              <a:tr h="27305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033</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Bake</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F5E1"/>
                    </a:solidFill>
                  </a:tcPr>
                </a:tc>
                <a:extLst>
                  <a:ext uri="{0D108BD9-81ED-4DB2-BD59-A6C34878D82A}">
                    <a16:rowId xmlns:a16="http://schemas.microsoft.com/office/drawing/2014/main" val="437118021"/>
                  </a:ext>
                </a:extLst>
              </a:tr>
              <a:tr h="273050">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null</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7</a:t>
                      </a:r>
                      <a:endParaRPr kumimoji="0" lang="en-TW"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defRPr sz="22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defRPr sz="20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defRPr>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TW" sz="18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Headquarter</a:t>
                      </a:r>
                    </a:p>
                  </a:txBody>
                  <a:tcPr marL="91430" marR="91430" marT="45694" marB="4569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AF1"/>
                    </a:solidFill>
                  </a:tcPr>
                </a:tc>
                <a:extLst>
                  <a:ext uri="{0D108BD9-81ED-4DB2-BD59-A6C34878D82A}">
                    <a16:rowId xmlns:a16="http://schemas.microsoft.com/office/drawing/2014/main" val="947097483"/>
                  </a:ext>
                </a:extLst>
              </a:tr>
            </a:tbl>
          </a:graphicData>
        </a:graphic>
      </p:graphicFrame>
      <p:sp>
        <p:nvSpPr>
          <p:cNvPr id="78952" name="Rectangle 2">
            <a:extLst>
              <a:ext uri="{FF2B5EF4-FFF2-40B4-BE49-F238E27FC236}">
                <a16:creationId xmlns:a16="http://schemas.microsoft.com/office/drawing/2014/main" id="{6DC5C441-CA1F-EA9F-556D-02ABD2689E8E}"/>
              </a:ext>
            </a:extLst>
          </p:cNvPr>
          <p:cNvSpPr>
            <a:spLocks noChangeArrowheads="1"/>
          </p:cNvSpPr>
          <p:nvPr/>
        </p:nvSpPr>
        <p:spPr bwMode="auto">
          <a:xfrm>
            <a:off x="1644651" y="4775201"/>
            <a:ext cx="2632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itchFamily="2" charset="2"/>
              <a:buChar char="n"/>
              <a:defRPr sz="2800">
                <a:solidFill>
                  <a:schemeClr val="tx2"/>
                </a:solidFill>
                <a:latin typeface="Arial" panose="020B0604020202020204" pitchFamily="34" charset="0"/>
                <a:ea typeface="ＭＳ Ｐゴシック" panose="020B0600070205080204" pitchFamily="34" charset="-128"/>
              </a:defRPr>
            </a:lvl1pPr>
            <a:lvl2pPr marL="742950" indent="-285750">
              <a:spcBef>
                <a:spcPct val="20000"/>
              </a:spcBef>
              <a:buClr>
                <a:schemeClr val="tx2"/>
              </a:buClr>
              <a:buSzPct val="55000"/>
              <a:buFont typeface="Wingdings" pitchFamily="2" charset="2"/>
              <a:buChar char="n"/>
              <a:defRPr sz="2600">
                <a:solidFill>
                  <a:srgbClr val="800000"/>
                </a:solidFill>
                <a:latin typeface="Arial" panose="020B0604020202020204" pitchFamily="34" charset="0"/>
                <a:ea typeface="ＭＳ Ｐゴシック" panose="020B0600070205080204" pitchFamily="34" charset="-128"/>
              </a:defRPr>
            </a:lvl2pPr>
            <a:lvl3pPr marL="1143000" indent="-228600">
              <a:spcBef>
                <a:spcPct val="20000"/>
              </a:spcBef>
              <a:buClr>
                <a:srgbClr val="990033"/>
              </a:buClr>
              <a:buSzPct val="50000"/>
              <a:buFont typeface="Wingdings" pitchFamily="2" charset="2"/>
              <a:buChar char="n"/>
              <a:defRPr sz="2400">
                <a:solidFill>
                  <a:schemeClr val="tx2"/>
                </a:solidFill>
                <a:latin typeface="Arial" panose="020B0604020202020204" pitchFamily="34" charset="0"/>
                <a:ea typeface="ＭＳ Ｐゴシック" panose="020B0600070205080204" pitchFamily="34" charset="-128"/>
              </a:defRPr>
            </a:lvl3pPr>
            <a:lvl4pPr marL="1600200" indent="-228600">
              <a:spcBef>
                <a:spcPct val="20000"/>
              </a:spcBef>
              <a:buClr>
                <a:schemeClr val="tx2"/>
              </a:buClr>
              <a:buSzPct val="55000"/>
              <a:buFont typeface="Wingdings" pitchFamily="2" charset="2"/>
              <a:buChar char="n"/>
              <a:defRPr sz="2000">
                <a:solidFill>
                  <a:srgbClr val="800000"/>
                </a:solidFill>
                <a:latin typeface="Arial" panose="020B0604020202020204" pitchFamily="34" charset="0"/>
                <a:ea typeface="ＭＳ Ｐゴシック" panose="020B0600070205080204" pitchFamily="34" charset="-128"/>
              </a:defRPr>
            </a:lvl4pPr>
            <a:lvl5pPr marL="2057400" indent="-228600">
              <a:spcBef>
                <a:spcPct val="20000"/>
              </a:spcBef>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itchFamily="2" charset="2"/>
              <a:buChar char="n"/>
              <a:defRPr sz="2000">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TW" sz="2400">
                <a:solidFill>
                  <a:schemeClr val="tx1"/>
                </a:solidFill>
              </a:rPr>
              <a:t>EMP         Dept</a:t>
            </a:r>
          </a:p>
        </p:txBody>
      </p:sp>
      <p:grpSp>
        <p:nvGrpSpPr>
          <p:cNvPr id="78953" name="Group 20">
            <a:extLst>
              <a:ext uri="{FF2B5EF4-FFF2-40B4-BE49-F238E27FC236}">
                <a16:creationId xmlns:a16="http://schemas.microsoft.com/office/drawing/2014/main" id="{4FB36B38-6C22-9973-FD1B-009E8388DE11}"/>
              </a:ext>
            </a:extLst>
          </p:cNvPr>
          <p:cNvGrpSpPr>
            <a:grpSpLocks/>
          </p:cNvGrpSpPr>
          <p:nvPr/>
        </p:nvGrpSpPr>
        <p:grpSpPr bwMode="auto">
          <a:xfrm>
            <a:off x="2571751" y="4775200"/>
            <a:ext cx="290513" cy="342900"/>
            <a:chOff x="377" y="2904"/>
            <a:chExt cx="154" cy="110"/>
          </a:xfrm>
        </p:grpSpPr>
        <p:sp>
          <p:nvSpPr>
            <p:cNvPr id="78959" name="Line 21">
              <a:extLst>
                <a:ext uri="{FF2B5EF4-FFF2-40B4-BE49-F238E27FC236}">
                  <a16:creationId xmlns:a16="http://schemas.microsoft.com/office/drawing/2014/main" id="{C9883CE9-C1E2-8898-8B0F-E6F2DA157197}"/>
                </a:ext>
              </a:extLst>
            </p:cNvPr>
            <p:cNvSpPr>
              <a:spLocks noChangeShapeType="1"/>
            </p:cNvSpPr>
            <p:nvPr/>
          </p:nvSpPr>
          <p:spPr bwMode="auto">
            <a:xfrm>
              <a:off x="381"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8960" name="Line 22">
              <a:extLst>
                <a:ext uri="{FF2B5EF4-FFF2-40B4-BE49-F238E27FC236}">
                  <a16:creationId xmlns:a16="http://schemas.microsoft.com/office/drawing/2014/main" id="{4C79C158-5AFF-BAF8-7040-63360B19AB8E}"/>
                </a:ext>
              </a:extLst>
            </p:cNvPr>
            <p:cNvSpPr>
              <a:spLocks noChangeShapeType="1"/>
            </p:cNvSpPr>
            <p:nvPr/>
          </p:nvSpPr>
          <p:spPr bwMode="auto">
            <a:xfrm>
              <a:off x="527" y="2904"/>
              <a:ext cx="0"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8961" name="Line 23">
              <a:extLst>
                <a:ext uri="{FF2B5EF4-FFF2-40B4-BE49-F238E27FC236}">
                  <a16:creationId xmlns:a16="http://schemas.microsoft.com/office/drawing/2014/main" id="{3BA4939E-A5E8-97F1-6C3D-7D81A11DC528}"/>
                </a:ext>
              </a:extLst>
            </p:cNvPr>
            <p:cNvSpPr>
              <a:spLocks noChangeShapeType="1"/>
            </p:cNvSpPr>
            <p:nvPr/>
          </p:nvSpPr>
          <p:spPr bwMode="auto">
            <a:xfrm>
              <a:off x="385" y="2904"/>
              <a:ext cx="138"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sp>
          <p:nvSpPr>
            <p:cNvPr id="78962" name="Line 24">
              <a:extLst>
                <a:ext uri="{FF2B5EF4-FFF2-40B4-BE49-F238E27FC236}">
                  <a16:creationId xmlns:a16="http://schemas.microsoft.com/office/drawing/2014/main" id="{DC279ECA-7413-6387-C431-0CD801B1ED77}"/>
                </a:ext>
              </a:extLst>
            </p:cNvPr>
            <p:cNvSpPr>
              <a:spLocks noChangeShapeType="1"/>
            </p:cNvSpPr>
            <p:nvPr/>
          </p:nvSpPr>
          <p:spPr bwMode="auto">
            <a:xfrm flipH="1">
              <a:off x="377" y="2904"/>
              <a:ext cx="154" cy="110"/>
            </a:xfrm>
            <a:prstGeom prst="line">
              <a:avLst/>
            </a:prstGeom>
            <a:noFill/>
            <a:ln w="63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a:p>
          </p:txBody>
        </p:sp>
      </p:grpSp>
      <p:cxnSp>
        <p:nvCxnSpPr>
          <p:cNvPr id="78954" name="Straight Connector 7">
            <a:extLst>
              <a:ext uri="{FF2B5EF4-FFF2-40B4-BE49-F238E27FC236}">
                <a16:creationId xmlns:a16="http://schemas.microsoft.com/office/drawing/2014/main" id="{CB8853A8-1245-5442-C5C8-14AA76229401}"/>
              </a:ext>
            </a:extLst>
          </p:cNvPr>
          <p:cNvCxnSpPr>
            <a:cxnSpLocks noChangeShapeType="1"/>
          </p:cNvCxnSpPr>
          <p:nvPr/>
        </p:nvCxnSpPr>
        <p:spPr bwMode="auto">
          <a:xfrm>
            <a:off x="2862264" y="5118100"/>
            <a:ext cx="198437" cy="0"/>
          </a:xfrm>
          <a:prstGeom prst="line">
            <a:avLst/>
          </a:prstGeom>
          <a:noFill/>
          <a:ln w="9525" algn="ctr">
            <a:solidFill>
              <a:schemeClr val="tx1"/>
            </a:solidFill>
            <a:round/>
            <a:headEnd/>
            <a:tailEnd/>
          </a:ln>
        </p:spPr>
      </p:cxnSp>
      <p:cxnSp>
        <p:nvCxnSpPr>
          <p:cNvPr id="78955" name="Straight Connector 9">
            <a:extLst>
              <a:ext uri="{FF2B5EF4-FFF2-40B4-BE49-F238E27FC236}">
                <a16:creationId xmlns:a16="http://schemas.microsoft.com/office/drawing/2014/main" id="{32E7CD65-875D-EDE5-A687-44AA5021D68F}"/>
              </a:ext>
            </a:extLst>
          </p:cNvPr>
          <p:cNvCxnSpPr>
            <a:cxnSpLocks noChangeShapeType="1"/>
            <a:endCxn id="78959" idx="0"/>
          </p:cNvCxnSpPr>
          <p:nvPr/>
        </p:nvCxnSpPr>
        <p:spPr bwMode="auto">
          <a:xfrm>
            <a:off x="2430464" y="4775200"/>
            <a:ext cx="149225" cy="0"/>
          </a:xfrm>
          <a:prstGeom prst="line">
            <a:avLst/>
          </a:prstGeom>
          <a:noFill/>
          <a:ln w="9525" algn="ctr">
            <a:solidFill>
              <a:schemeClr val="tx1"/>
            </a:solidFill>
            <a:round/>
            <a:headEnd/>
            <a:tailEnd/>
          </a:ln>
        </p:spPr>
      </p:cxnSp>
      <p:cxnSp>
        <p:nvCxnSpPr>
          <p:cNvPr id="78956" name="Straight Connector 11">
            <a:extLst>
              <a:ext uri="{FF2B5EF4-FFF2-40B4-BE49-F238E27FC236}">
                <a16:creationId xmlns:a16="http://schemas.microsoft.com/office/drawing/2014/main" id="{143F134A-E789-7813-77AF-8E7AADF1C3FE}"/>
              </a:ext>
            </a:extLst>
          </p:cNvPr>
          <p:cNvCxnSpPr>
            <a:cxnSpLocks noChangeShapeType="1"/>
            <a:endCxn id="78959" idx="1"/>
          </p:cNvCxnSpPr>
          <p:nvPr/>
        </p:nvCxnSpPr>
        <p:spPr bwMode="auto">
          <a:xfrm>
            <a:off x="2430464" y="5118100"/>
            <a:ext cx="149225" cy="0"/>
          </a:xfrm>
          <a:prstGeom prst="line">
            <a:avLst/>
          </a:prstGeom>
          <a:noFill/>
          <a:ln w="9525" algn="ctr">
            <a:solidFill>
              <a:schemeClr val="tx1"/>
            </a:solidFill>
            <a:round/>
            <a:headEnd/>
            <a:tailEnd/>
          </a:ln>
        </p:spPr>
      </p:cxnSp>
      <p:cxnSp>
        <p:nvCxnSpPr>
          <p:cNvPr id="78957" name="Straight Connector 13">
            <a:extLst>
              <a:ext uri="{FF2B5EF4-FFF2-40B4-BE49-F238E27FC236}">
                <a16:creationId xmlns:a16="http://schemas.microsoft.com/office/drawing/2014/main" id="{7E0F54D9-C213-34E2-379C-3CCA137186D8}"/>
              </a:ext>
            </a:extLst>
          </p:cNvPr>
          <p:cNvCxnSpPr>
            <a:cxnSpLocks noChangeShapeType="1"/>
            <a:stCxn id="78962" idx="0"/>
            <a:endCxn id="78952" idx="0"/>
          </p:cNvCxnSpPr>
          <p:nvPr/>
        </p:nvCxnSpPr>
        <p:spPr bwMode="auto">
          <a:xfrm>
            <a:off x="2862264" y="4775200"/>
            <a:ext cx="98425" cy="0"/>
          </a:xfrm>
          <a:prstGeom prst="line">
            <a:avLst/>
          </a:prstGeom>
          <a:noFill/>
          <a:ln w="9525" algn="ctr">
            <a:solidFill>
              <a:schemeClr val="tx1"/>
            </a:solidFill>
            <a:round/>
            <a:headEnd/>
            <a:tailEnd/>
          </a:ln>
        </p:spPr>
      </p:cxnSp>
      <p:sp>
        <p:nvSpPr>
          <p:cNvPr id="78958" name="TextBox 14">
            <a:extLst>
              <a:ext uri="{FF2B5EF4-FFF2-40B4-BE49-F238E27FC236}">
                <a16:creationId xmlns:a16="http://schemas.microsoft.com/office/drawing/2014/main" id="{601BDCC6-3796-9FC0-C05D-7514E3D15E14}"/>
              </a:ext>
            </a:extLst>
          </p:cNvPr>
          <p:cNvSpPr txBox="1">
            <a:spLocks noChangeArrowheads="1"/>
          </p:cNvSpPr>
          <p:nvPr/>
        </p:nvSpPr>
        <p:spPr bwMode="auto">
          <a:xfrm>
            <a:off x="2535238" y="6248401"/>
            <a:ext cx="3408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TW"/>
              <a:t>Outer Join </a:t>
            </a:r>
            <a:endParaRPr lang="en-TW" altLang="en-TW"/>
          </a:p>
        </p:txBody>
      </p:sp>
    </p:spTree>
    <p:extLst>
      <p:ext uri="{BB962C8B-B14F-4D97-AF65-F5344CB8AC3E}">
        <p14:creationId xmlns:p14="http://schemas.microsoft.com/office/powerpoint/2010/main" val="3523496266"/>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TW"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TW"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162</TotalTime>
  <Words>1990</Words>
  <Application>Microsoft Macintosh PowerPoint</Application>
  <PresentationFormat>Widescreen</PresentationFormat>
  <Paragraphs>434</Paragraphs>
  <Slides>45</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Calibri</vt:lpstr>
      <vt:lpstr>Courier New</vt:lpstr>
      <vt:lpstr>Helvetica</vt:lpstr>
      <vt:lpstr>Symbol</vt:lpstr>
      <vt:lpstr>Tahoma</vt:lpstr>
      <vt:lpstr>Times New Roman</vt:lpstr>
      <vt:lpstr>Verdana</vt:lpstr>
      <vt:lpstr>Wingdings</vt:lpstr>
      <vt:lpstr>Blends</vt:lpstr>
      <vt:lpstr> </vt:lpstr>
      <vt:lpstr>Simplified database system environment</vt:lpstr>
      <vt:lpstr>Example of a Relation</vt:lpstr>
      <vt:lpstr>Relational Integrity Constraints</vt:lpstr>
      <vt:lpstr>Key Constraints</vt:lpstr>
      <vt:lpstr>Definition Summary</vt:lpstr>
      <vt:lpstr>PowerPoint Presentation</vt:lpstr>
      <vt:lpstr>PowerPoint Presentation</vt:lpstr>
      <vt:lpstr>The SELECT-FROM-WHERE Structure of Basic SQL Queries</vt:lpstr>
      <vt:lpstr>The SELECT-FROM-WHERE Structure of Basic SQL Queries (cont’d.)</vt:lpstr>
      <vt:lpstr>COMPANY relational database schema</vt:lpstr>
      <vt:lpstr>One possible database state for the COMPANY relational database schema (Fig. 5.6)</vt:lpstr>
      <vt:lpstr>Basic Retrieval Queries</vt:lpstr>
      <vt:lpstr>Ambiguous Attribute Names </vt:lpstr>
      <vt:lpstr>Aliasing, and Renaming</vt:lpstr>
      <vt:lpstr>Arithmetic Operations</vt:lpstr>
      <vt:lpstr> </vt:lpstr>
      <vt:lpstr>Chapter Outline</vt:lpstr>
      <vt:lpstr>Figure 9.1   The ER conceptual schema diagram for the COMPANY database.</vt:lpstr>
      <vt:lpstr>Figure 9.2   Result of mapping the COMPANY ER schema into a relational database schema.</vt:lpstr>
      <vt:lpstr>FIGURE 3.17 TERNARY RELATIONSHIP: SUPPLY </vt:lpstr>
      <vt:lpstr> Mapping the n-ary relationship type SUPPLY </vt:lpstr>
      <vt:lpstr>FIGURE 4.4 EER diagram notation for an attribute-defined specialization on JobType.</vt:lpstr>
      <vt:lpstr>Mapping EER Model Constructs to Relations </vt:lpstr>
      <vt:lpstr>PowerPoint Presentation</vt:lpstr>
      <vt:lpstr> </vt:lpstr>
      <vt:lpstr>Database Schema of Instructor</vt:lpstr>
      <vt:lpstr>Select Operation</vt:lpstr>
      <vt:lpstr>COMPANY Schema</vt:lpstr>
      <vt:lpstr>The following query results refer to this database state</vt:lpstr>
      <vt:lpstr>SELECT Example </vt:lpstr>
      <vt:lpstr>Select Operation (Cont.)</vt:lpstr>
      <vt:lpstr>Project Operation</vt:lpstr>
      <vt:lpstr>Database Schema of Instructor</vt:lpstr>
      <vt:lpstr>Database Schema of Instructor</vt:lpstr>
      <vt:lpstr>Project Operation Example</vt:lpstr>
      <vt:lpstr>The following query results refer to this database state</vt:lpstr>
      <vt:lpstr>Cartesian-Product Operation</vt:lpstr>
      <vt:lpstr>Cartesian-Product Operation Example</vt:lpstr>
      <vt:lpstr>Relational Algebra Operations from Set Theory: CARTESIAN PRODUCT (cont.)</vt:lpstr>
      <vt:lpstr>Join Operation (Cont.)</vt:lpstr>
      <vt:lpstr>Join Operation</vt:lpstr>
      <vt:lpstr>Additional Relational Operations (continued)</vt:lpstr>
      <vt:lpstr> Outer  Join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 + MYSQL</dc:title>
  <dc:creator>Microsoft Office User</dc:creator>
  <cp:lastModifiedBy>Microsoft Office User</cp:lastModifiedBy>
  <cp:revision>36</cp:revision>
  <dcterms:created xsi:type="dcterms:W3CDTF">2022-03-28T06:41:52Z</dcterms:created>
  <dcterms:modified xsi:type="dcterms:W3CDTF">2025-04-16T15:44:22Z</dcterms:modified>
</cp:coreProperties>
</file>